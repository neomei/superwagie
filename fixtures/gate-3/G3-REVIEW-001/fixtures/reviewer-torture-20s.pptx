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e4c29741d64131" /><Relationship Type="http://schemas.openxmlformats.org/officeDocument/2006/relationships/extended-properties" Target="/docProps/app.xml" Id="R9ffc5bb495c844ac" /><Relationship Type="http://schemas.openxmlformats.org/officeDocument/2006/relationships/officeDocument" Target="/ppt/presentation.xml" Id="R2c79e161ae514b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0f0f97e6ba4b2b"/>
  </p:sldMasterIdLst>
  <p:notesMasterIdLst>
    <p:notesMasterId xmlns:r="http://schemas.openxmlformats.org/officeDocument/2006/relationships" r:id="R4e92266ffe834967"/>
  </p:notesMasterIdLst>
  <p:sldIdLst>
    <p:sldId xmlns:r="http://schemas.openxmlformats.org/officeDocument/2006/relationships" id="256" r:id="Rebc2f06d11634f92"/>
    <p:sldId xmlns:r="http://schemas.openxmlformats.org/officeDocument/2006/relationships" id="257" r:id="R20f281e43680454d"/>
    <p:sldId xmlns:r="http://schemas.openxmlformats.org/officeDocument/2006/relationships" id="258" r:id="R50425fa3598c41f3"/>
    <p:sldId xmlns:r="http://schemas.openxmlformats.org/officeDocument/2006/relationships" id="259" r:id="R8f6dce96a20043ec"/>
    <p:sldId xmlns:r="http://schemas.openxmlformats.org/officeDocument/2006/relationships" id="260" r:id="Rcacef45b4fd841bb"/>
    <p:sldId xmlns:r="http://schemas.openxmlformats.org/officeDocument/2006/relationships" id="261" r:id="R494fc5b18a844c5c"/>
    <p:sldId xmlns:r="http://schemas.openxmlformats.org/officeDocument/2006/relationships" id="262" r:id="Re39a805f621e4daa"/>
    <p:sldId xmlns:r="http://schemas.openxmlformats.org/officeDocument/2006/relationships" id="263" r:id="Rc1272c7cfa374da7"/>
    <p:sldId xmlns:r="http://schemas.openxmlformats.org/officeDocument/2006/relationships" id="264" r:id="R19ad56dab03e44a6"/>
    <p:sldId xmlns:r="http://schemas.openxmlformats.org/officeDocument/2006/relationships" id="265" r:id="R2d3d7638a7254f59"/>
    <p:sldId xmlns:r="http://schemas.openxmlformats.org/officeDocument/2006/relationships" id="266" r:id="R3e69ea1748e14c29"/>
    <p:sldId xmlns:r="http://schemas.openxmlformats.org/officeDocument/2006/relationships" id="267" r:id="R5a5f25a5fb5f4ed1"/>
    <p:sldId xmlns:r="http://schemas.openxmlformats.org/officeDocument/2006/relationships" id="268" r:id="R3dc7eacd39464bb8"/>
    <p:sldId xmlns:r="http://schemas.openxmlformats.org/officeDocument/2006/relationships" id="269" r:id="R7ad97a54822a4dba"/>
    <p:sldId xmlns:r="http://schemas.openxmlformats.org/officeDocument/2006/relationships" id="270" r:id="Re4b10d444d624e9f"/>
    <p:sldId xmlns:r="http://schemas.openxmlformats.org/officeDocument/2006/relationships" id="271" r:id="Raaac5dcd1fd743d0"/>
    <p:sldId xmlns:r="http://schemas.openxmlformats.org/officeDocument/2006/relationships" id="272" r:id="R439dac4ca1d644c4"/>
    <p:sldId xmlns:r="http://schemas.openxmlformats.org/officeDocument/2006/relationships" id="273" r:id="R64869dde3aa64bf5"/>
    <p:sldId xmlns:r="http://schemas.openxmlformats.org/officeDocument/2006/relationships" id="274" r:id="R8b5bd109bcfc401b"/>
    <p:sldId xmlns:r="http://schemas.openxmlformats.org/officeDocument/2006/relationships" id="275" r:id="Rbe8e5e8ee4334a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febf77bc7b4baf" /><Relationship Type="http://schemas.openxmlformats.org/officeDocument/2006/relationships/slideMaster" Target="/ppt/slideMasters/slideMaster1.xml" Id="R120f0f97e6ba4b2b" /><Relationship Type="http://schemas.openxmlformats.org/officeDocument/2006/relationships/notesMaster" Target="/ppt/notesMasters/notesMaster1.xml" Id="R4e92266ffe834967" /><Relationship Type="http://schemas.openxmlformats.org/officeDocument/2006/relationships/presProps" Target="/ppt/presProps.xml" Id="R1ef1f6e71da64663" /><Relationship Type="http://schemas.openxmlformats.org/officeDocument/2006/relationships/tableStyles" Target="/ppt/tableStyles.xml" Id="Rbf39df4f616f4a36" /><Relationship Type="http://schemas.openxmlformats.org/officeDocument/2006/relationships/slide" Target="/ppt/slides/slide1.xml" Id="Rebc2f06d11634f92" /><Relationship Type="http://schemas.openxmlformats.org/officeDocument/2006/relationships/slide" Target="/ppt/slides/slide2.xml" Id="R20f281e43680454d" /><Relationship Type="http://schemas.openxmlformats.org/officeDocument/2006/relationships/slide" Target="/ppt/slides/slide3.xml" Id="R50425fa3598c41f3" /><Relationship Type="http://schemas.openxmlformats.org/officeDocument/2006/relationships/slide" Target="/ppt/slides/slide4.xml" Id="R8f6dce96a20043ec" /><Relationship Type="http://schemas.openxmlformats.org/officeDocument/2006/relationships/slide" Target="/ppt/slides/slide5.xml" Id="Rcacef45b4fd841bb" /><Relationship Type="http://schemas.openxmlformats.org/officeDocument/2006/relationships/slide" Target="/ppt/slides/slide6.xml" Id="R494fc5b18a844c5c" /><Relationship Type="http://schemas.openxmlformats.org/officeDocument/2006/relationships/slide" Target="/ppt/slides/slide7.xml" Id="Re39a805f621e4daa" /><Relationship Type="http://schemas.openxmlformats.org/officeDocument/2006/relationships/slide" Target="/ppt/slides/slide8.xml" Id="Rc1272c7cfa374da7" /><Relationship Type="http://schemas.openxmlformats.org/officeDocument/2006/relationships/slide" Target="/ppt/slides/slide9.xml" Id="R19ad56dab03e44a6" /><Relationship Type="http://schemas.openxmlformats.org/officeDocument/2006/relationships/slide" Target="/ppt/slides/slide10.xml" Id="R2d3d7638a7254f59" /><Relationship Type="http://schemas.openxmlformats.org/officeDocument/2006/relationships/slide" Target="/ppt/slides/slide11.xml" Id="R3e69ea1748e14c29" /><Relationship Type="http://schemas.openxmlformats.org/officeDocument/2006/relationships/slide" Target="/ppt/slides/slide12.xml" Id="R5a5f25a5fb5f4ed1" /><Relationship Type="http://schemas.openxmlformats.org/officeDocument/2006/relationships/slide" Target="/ppt/slides/slide13.xml" Id="R3dc7eacd39464bb8" /><Relationship Type="http://schemas.openxmlformats.org/officeDocument/2006/relationships/slide" Target="/ppt/slides/slide14.xml" Id="R7ad97a54822a4dba" /><Relationship Type="http://schemas.openxmlformats.org/officeDocument/2006/relationships/slide" Target="/ppt/slides/slide15.xml" Id="Re4b10d444d624e9f" /><Relationship Type="http://schemas.openxmlformats.org/officeDocument/2006/relationships/slide" Target="/ppt/slides/slide16.xml" Id="Raaac5dcd1fd743d0" /><Relationship Type="http://schemas.openxmlformats.org/officeDocument/2006/relationships/slide" Target="/ppt/slides/slide17.xml" Id="R439dac4ca1d644c4" /><Relationship Type="http://schemas.openxmlformats.org/officeDocument/2006/relationships/slide" Target="/ppt/slides/slide18.xml" Id="R64869dde3aa64bf5" /><Relationship Type="http://schemas.openxmlformats.org/officeDocument/2006/relationships/slide" Target="/ppt/slides/slide19.xml" Id="R8b5bd109bcfc401b" /><Relationship Type="http://schemas.openxmlformats.org/officeDocument/2006/relationships/slide" Target="/ppt/slides/slide20.xml" Id="Rbe8e5e8ee4334a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16ff6711364d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f298c5b5864d70" /><Relationship Type="http://schemas.openxmlformats.org/officeDocument/2006/relationships/notesMaster" Target="/ppt/notesMasters/notesMaster1.xml" Id="Rdef35c36e9dc43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1009d24dc743dc" /><Relationship Type="http://schemas.openxmlformats.org/officeDocument/2006/relationships/notesMaster" Target="/ppt/notesMasters/notesMaster1.xml" Id="Re60738ad2fc94f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2babbca5bb4cf0" /><Relationship Type="http://schemas.openxmlformats.org/officeDocument/2006/relationships/notesMaster" Target="/ppt/notesMasters/notesMaster1.xml" Id="R52daacf1df4042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358d97629849e4" /><Relationship Type="http://schemas.openxmlformats.org/officeDocument/2006/relationships/notesMaster" Target="/ppt/notesMasters/notesMaster1.xml" Id="Rb037cd1b9d7d40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f3713995624761" /><Relationship Type="http://schemas.openxmlformats.org/officeDocument/2006/relationships/notesMaster" Target="/ppt/notesMasters/notesMaster1.xml" Id="Re16c2d22b34f4a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e54d167a1e4a17" /><Relationship Type="http://schemas.openxmlformats.org/officeDocument/2006/relationships/notesMaster" Target="/ppt/notesMasters/notesMaster1.xml" Id="Ra2950f085c7a47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c4b8b31ff74dd6" /><Relationship Type="http://schemas.openxmlformats.org/officeDocument/2006/relationships/notesMaster" Target="/ppt/notesMasters/notesMaster1.xml" Id="Reed9e938666249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ef30c068e2483a" /><Relationship Type="http://schemas.openxmlformats.org/officeDocument/2006/relationships/notesMaster" Target="/ppt/notesMasters/notesMaster1.xml" Id="R65cc443d069e40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c1a20505f4441f" /><Relationship Type="http://schemas.openxmlformats.org/officeDocument/2006/relationships/notesMaster" Target="/ppt/notesMasters/notesMaster1.xml" Id="R73a71ecbf3e74b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6589ec9ea845ab" /><Relationship Type="http://schemas.openxmlformats.org/officeDocument/2006/relationships/notesMaster" Target="/ppt/notesMasters/notesMaster1.xml" Id="R794fcc4fc78247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38e5e6469e4e6c" /><Relationship Type="http://schemas.openxmlformats.org/officeDocument/2006/relationships/notesMaster" Target="/ppt/notesMasters/notesMaster1.xml" Id="Rf602bfa345294b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57cf4c1c5c40b2" /><Relationship Type="http://schemas.openxmlformats.org/officeDocument/2006/relationships/notesMaster" Target="/ppt/notesMasters/notesMaster1.xml" Id="Rf377c2f8304d48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bf71b0678e4db0" /><Relationship Type="http://schemas.openxmlformats.org/officeDocument/2006/relationships/notesMaster" Target="/ppt/notesMasters/notesMaster1.xml" Id="R17cc3ca7f12c49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1f918de9854de8" /><Relationship Type="http://schemas.openxmlformats.org/officeDocument/2006/relationships/notesMaster" Target="/ppt/notesMasters/notesMaster1.xml" Id="R0c7a47d82d644b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627714ef9141c8" /><Relationship Type="http://schemas.openxmlformats.org/officeDocument/2006/relationships/notesMaster" Target="/ppt/notesMasters/notesMaster1.xml" Id="Rd6301c5e987441b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770bba3fb84e4c" /><Relationship Type="http://schemas.openxmlformats.org/officeDocument/2006/relationships/notesMaster" Target="/ppt/notesMasters/notesMaster1.xml" Id="R8948d271edf844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28823eb2fa41bd" /><Relationship Type="http://schemas.openxmlformats.org/officeDocument/2006/relationships/notesMaster" Target="/ppt/notesMasters/notesMaster1.xml" Id="R52b46e4a373748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40e9a7324b4079" /><Relationship Type="http://schemas.openxmlformats.org/officeDocument/2006/relationships/notesMaster" Target="/ppt/notesMasters/notesMaster1.xml" Id="R66b2fb32d77043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f9c1f66f8b4e74" /><Relationship Type="http://schemas.openxmlformats.org/officeDocument/2006/relationships/notesMaster" Target="/ppt/notesMasters/notesMaster1.xml" Id="R9a23eceeee334d6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e85cde7b134904" /><Relationship Type="http://schemas.openxmlformats.org/officeDocument/2006/relationships/notesMaster" Target="/ppt/notesMasters/notesMaster1.xml" Id="R914f335094be4a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SuperWagie project-owned synthetic fixture content;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106d740954d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8f8a7e42c045ee" /><Relationship Type="http://schemas.openxmlformats.org/officeDocument/2006/relationships/slideLayout" Target="/ppt/slideLayouts/slideLayout1.xml" Id="R041f5ed8d24148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1f5ed8d24148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0296625ef45d0" /><Relationship Type="http://schemas.openxmlformats.org/officeDocument/2006/relationships/notesSlide" Target="/ppt/notesSlides/notesSlide1.xml" Id="Re52523b259914e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166696d784bc9" /><Relationship Type="http://schemas.openxmlformats.org/officeDocument/2006/relationships/image" Target="/ppt/media/image.png" Id="R1b07ec84de6946ac" /><Relationship Type="http://schemas.openxmlformats.org/officeDocument/2006/relationships/image" Target="/ppt/media/image.svg" Id="R9d4e76d369dd496a" /><Relationship Type="http://schemas.openxmlformats.org/officeDocument/2006/relationships/notesSlide" Target="/ppt/notesSlides/notesSlide2.xml" Id="Rf9fd9622bb3d45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a266d7f7447ab" /><Relationship Type="http://schemas.openxmlformats.org/officeDocument/2006/relationships/image" Target="/ppt/media/image2.png" Id="Rbdb7527b8f584df7" /><Relationship Type="http://schemas.openxmlformats.org/officeDocument/2006/relationships/image" Target="/ppt/media/image2.svg" Id="R4c0573eff1374562" /><Relationship Type="http://schemas.openxmlformats.org/officeDocument/2006/relationships/notesSlide" Target="/ppt/notesSlides/notesSlide3.xml" Id="R9dee6c7b394c44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4fcd49a86413d" /><Relationship Type="http://schemas.openxmlformats.org/officeDocument/2006/relationships/image" Target="/ppt/media/image3.png" Id="R5490da2b0766485c" /><Relationship Type="http://schemas.openxmlformats.org/officeDocument/2006/relationships/image" Target="/ppt/media/image3.svg" Id="Rb73cad1eec0c4e51" /><Relationship Type="http://schemas.openxmlformats.org/officeDocument/2006/relationships/notesSlide" Target="/ppt/notesSlides/notesSlide4.xml" Id="Re9b28489491e44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35f1d09e14c8f" /><Relationship Type="http://schemas.openxmlformats.org/officeDocument/2006/relationships/chart" Target="/ppt/slides/charts/chart1.xml" Id="R1b56184a3f964af7" /><Relationship Type="http://schemas.openxmlformats.org/officeDocument/2006/relationships/notesSlide" Target="/ppt/notesSlides/notesSlide5.xml" Id="R02ca2ccc6b4a42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8b1524a4f4e1d" /><Relationship Type="http://schemas.openxmlformats.org/officeDocument/2006/relationships/notesSlide" Target="/ppt/notesSlides/notesSlide6.xml" Id="R6345719c5a674c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ed1ae81ff4c8f" /><Relationship Type="http://schemas.openxmlformats.org/officeDocument/2006/relationships/notesSlide" Target="/ppt/notesSlides/notesSlide7.xml" Id="R5b9546f0344649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ce19121164790" /><Relationship Type="http://schemas.openxmlformats.org/officeDocument/2006/relationships/notesSlide" Target="/ppt/notesSlides/notesSlide8.xml" Id="R2241afc6627445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ca22ff753496a" /><Relationship Type="http://schemas.openxmlformats.org/officeDocument/2006/relationships/notesSlide" Target="/ppt/notesSlides/notesSlide9.xml" Id="R32bce9d0486746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12bb4c90d487e" /><Relationship Type="http://schemas.openxmlformats.org/officeDocument/2006/relationships/image" Target="/ppt/media/image4.png" Id="Ra52c677fcd47444b" /><Relationship Type="http://schemas.openxmlformats.org/officeDocument/2006/relationships/image" Target="/ppt/media/image4.svg" Id="Rf39f98cf50e24a1d" /><Relationship Type="http://schemas.openxmlformats.org/officeDocument/2006/relationships/notesSlide" Target="/ppt/notesSlides/notesSlide10.xml" Id="R60362dcbf84b462f" /><Relationship Id="rId900" Type="http://schemas.openxmlformats.org/officeDocument/2006/relationships/video" Target="../media/reviewer-poster-test.mp4"/><Relationship Id="rId901" Type="http://schemas.microsoft.com/office/2007/relationships/media" Target="../media/reviewer-poster-test.mp4"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56f79950947b0" /><Relationship Type="http://schemas.openxmlformats.org/officeDocument/2006/relationships/notesSlide" Target="/ppt/notesSlides/notesSlide11.xml" Id="R402b11ac74e34d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b449f7cb14255" /><Relationship Type="http://schemas.openxmlformats.org/officeDocument/2006/relationships/notesSlide" Target="/ppt/notesSlides/notesSlide12.xml" Id="R752f27ccad554a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9947e2bbe4daa" /><Relationship Type="http://schemas.openxmlformats.org/officeDocument/2006/relationships/chart" Target="/ppt/slides/charts/chart2.xml" Id="R04dc21fee1a844d1" /><Relationship Type="http://schemas.openxmlformats.org/officeDocument/2006/relationships/notesSlide" Target="/ppt/notesSlides/notesSlide13.xml" Id="R2ed93e979a224b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0e1d7989448eb" /><Relationship Type="http://schemas.openxmlformats.org/officeDocument/2006/relationships/notesSlide" Target="/ppt/notesSlides/notesSlide14.xml" Id="Re7735fe4a24644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24a5e41aa4ead" /><Relationship Type="http://schemas.openxmlformats.org/officeDocument/2006/relationships/image" Target="/ppt/media/image5.png" Id="Rd225b9f76d2e47b6" /><Relationship Type="http://schemas.openxmlformats.org/officeDocument/2006/relationships/image" Target="/ppt/media/image5.svg" Id="Re251db3498684d6d" /><Relationship Type="http://schemas.openxmlformats.org/officeDocument/2006/relationships/notesSlide" Target="/ppt/notesSlides/notesSlide15.xml" Id="R9fb38ea3e2694d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e53be29004b16" /><Relationship Type="http://schemas.openxmlformats.org/officeDocument/2006/relationships/notesSlide" Target="/ppt/notesSlides/notesSlide16.xml" Id="R87ac3dbb06b243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d9eb3c54a4e80" /><Relationship Type="http://schemas.openxmlformats.org/officeDocument/2006/relationships/notesSlide" Target="/ppt/notesSlides/notesSlide17.xml" Id="R2c6fcd0e23ed433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d4fabfda74870" /><Relationship Type="http://schemas.openxmlformats.org/officeDocument/2006/relationships/image" Target="/ppt/media/image6.png" Id="R4ec0bd0429a34506" /><Relationship Type="http://schemas.openxmlformats.org/officeDocument/2006/relationships/image" Target="/ppt/media/image6.svg" Id="R49a7cfca641c4c0d" /><Relationship Type="http://schemas.openxmlformats.org/officeDocument/2006/relationships/notesSlide" Target="/ppt/notesSlides/notesSlide18.xml" Id="Rf411fa3d81eb471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908f09265493e" /><Relationship Type="http://schemas.openxmlformats.org/officeDocument/2006/relationships/notesSlide" Target="/ppt/notesSlides/notesSlide19.xml" Id="R39117e1bf37a41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8cb8d6d0244c1" /><Relationship Type="http://schemas.openxmlformats.org/officeDocument/2006/relationships/notesSlide" Target="/ppt/notesSlides/notesSlide20.xml" Id="Rd3b68ddbdf61406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Pass rate</c:v>
          </c:tx>
          <c:spPr>
            <a:solidFill xmlns:a="http://schemas.openxmlformats.org/drawingml/2006/main">
              <a:srgbClr val="2E74B5"/>
            </a:solidFill>
          </c:spPr>
          <c:cat>
            <c:strLit>
              <c:ptCount val="4"/>
              <c:pt idx="0">
                <c:v>Open</c:v>
              </c:pt>
              <c:pt idx="1">
                <c:v>Render</c:v>
              </c:pt>
              <c:pt idx="2">
                <c:v>Annotate</c:v>
              </c:pt>
              <c:pt idx="3">
                <c:v>Confirm</c:v>
              </c:pt>
            </c:strLit>
          </c:cat>
          <c:val>
            <c:numLit>
              <c:formatCode>General</c:formatCode>
              <c:ptCount val="4"/>
              <c:pt idx="0">
                <c:v>98</c:v>
              </c:pt>
              <c:pt idx="1">
                <c:v>96</c:v>
              </c:pt>
              <c:pt idx="2">
                <c:v>93</c:v>
              </c:pt>
              <c:pt idx="3">
                <c:v>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44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98A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6E1EA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Relocation confidence</c:v>
          </c:tx>
          <c:spPr>
            <a:ln xmlns:a="http://schemas.openxmlformats.org/drawingml/2006/main" w="38100">
              <a:solidFill>
                <a:srgbClr val="0F766E"/>
              </a:solidFill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0F766E"/>
              </a:solidFill>
            </c:spPr>
          </c:marker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General</c:formatCode>
              <c:ptCount val="5"/>
              <c:pt idx="0">
                <c:v>62</c:v>
              </c:pt>
              <c:pt idx="1">
                <c:v>72</c:v>
              </c:pt>
              <c:pt idx="2">
                <c:v>79</c:v>
              </c:pt>
              <c:pt idx="3">
                <c:v>88</c:v>
              </c:pt>
              <c:pt idx="4">
                <c:v>94</c:v>
              </c:pt>
            </c:numLit>
          </c:val>
        </c:ser>
        <c:ser>
          <c:idx val="1"/>
          <c:order val="1"/>
          <c:tx>
            <c:v>Fallback usage</c:v>
          </c:tx>
          <c:spPr>
            <a:ln xmlns:a="http://schemas.openxmlformats.org/drawingml/2006/main" w="28575">
              <a:solidFill>
                <a:srgbClr val="E07A5F"/>
              </a:solidFill>
              <a:prstDash val="dash"/>
            </a:ln>
          </c:spPr>
          <c:marker>
            <c:symbol val="diamond"/>
            <c:size val="9"/>
            <c:spPr>
              <a:solidFill xmlns:a="http://schemas.openxmlformats.org/drawingml/2006/main">
                <a:srgbClr val="E07A5F"/>
              </a:solidFill>
            </c:spPr>
          </c:marker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General</c:formatCode>
              <c:ptCount val="5"/>
              <c:pt idx="0">
                <c:v>38</c:v>
              </c:pt>
              <c:pt idx="1">
                <c:v>28</c:v>
              </c:pt>
              <c:pt idx="2">
                <c:v>21</c:v>
              </c:pt>
              <c:pt idx="3">
                <c:v>12</c:v>
              </c:pt>
              <c:pt idx="4">
                <c:v>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4344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6E1EA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BFF"/>
            </a:gs>
            <a:gs pos="100000">
              <a:srgbClr val="CDE7F5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orbit-a">
            <a:extLst xmlns:a="http://schemas.openxmlformats.org/drawingml/2006/main">
              <a:ext uri="{FF2B5EF4-FFF2-40B4-BE49-F238E27FC236}">
                <a16:creationId xmlns:a16="http://schemas.microsoft.com/office/drawing/2014/main" id="{D60580A6-AF35-459A-AC4C-ABA095CE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>
              <a:alpha val="18000"/>
            </a:srgbClr>
          </a:solidFill>
          <a:ln xmlns:a="http://schemas.openxmlformats.org/drawingml/2006/main" w="19050">
            <a:solidFill>
              <a:srgbClr val="2E74B5">
                <a:alpha val="28000"/>
              </a:srgbClr>
            </a:solidFill>
            <a:prstDash val="solid"/>
          </a:ln>
        </p:spPr>
      </p:sp>
      <p:sp>
        <p:nvSpPr>
          <p:cNvPr id="2" name="title-orbit-b">
            <a:extLst xmlns:a="http://schemas.openxmlformats.org/drawingml/2006/main">
              <a:ext uri="{FF2B5EF4-FFF2-40B4-BE49-F238E27FC236}">
                <a16:creationId xmlns:a16="http://schemas.microsoft.com/office/drawing/2014/main" id="{3F3DB303-043D-4275-BCC6-227EDAA7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D9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0DFE54C3-A608-47B4-A5DA-7EBB5FF5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Office Reviewer</a:t>
            </a:r>
          </a:p>
          <a:p xmlns:a="http://schemas.openxmlformats.org/drawingml/2006/main">
            <a:pPr algn="l">
              <a:defRPr sz="4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Torture Fixture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D92EDC5-F822-45FD-900A-72F7B279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20 real slides | native objects | deterministic technical validation</a:t>
            </a:r>
          </a:p>
        </p:txBody>
      </p:sp>
      <p:sp>
        <p:nvSpPr>
          <p:cNvPr id="5" name="deck-version">
            <a:extLst xmlns:a="http://schemas.openxmlformats.org/drawingml/2006/main">
              <a:ext uri="{FF2B5EF4-FFF2-40B4-BE49-F238E27FC236}">
                <a16:creationId xmlns:a16="http://schemas.microsoft.com/office/drawing/2014/main" id="{93BBE781-EC84-4C92-AA45-749D0D87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SuperWagie Gate 3 / G3-REVIEW-001</a:t>
            </a:r>
          </a:p>
        </p:txBody>
      </p:sp>
    </p:spTree>
    <p:extLst>
      <p:ext uri="{BB962C8B-B14F-4D97-AF65-F5344CB8AC3E}">
        <p14:creationId xmlns:p14="http://schemas.microsoft.com/office/powerpoint/2010/main" val="17094959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7ec84de6946ac">
            <a:extLst>
              <a:ext uri="{96DAC541-7B7A-43D3-8B79-37D633B846F1}">
                <asvg:svgBlip xmlns:asvg="http://schemas.microsoft.com/office/drawing/2016/SVG/main" r:embed="R9d4e76d369dd49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mage-overlay-2">
            <a:extLst xmlns:a="http://schemas.openxmlformats.org/drawingml/2006/main">
              <a:ext uri="{FF2B5EF4-FFF2-40B4-BE49-F238E27FC236}">
                <a16:creationId xmlns:a16="http://schemas.microsoft.com/office/drawing/2014/main" id="{8C58B841-424A-4D96-B33A-1682F086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5619750" cy="25717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9525">
            <a:solidFill>
              <a:srgbClr val="FFFFFF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" name="image-title-2">
            <a:extLst xmlns:a="http://schemas.openxmlformats.org/drawingml/2006/main">
              <a:ext uri="{FF2B5EF4-FFF2-40B4-BE49-F238E27FC236}">
                <a16:creationId xmlns:a16="http://schemas.microsoft.com/office/drawing/2014/main" id="{9FB62086-ECBE-458D-9E87-8C645D1E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Image-first content stays reviewable</a:t>
            </a:r>
          </a:p>
        </p:txBody>
      </p:sp>
      <p:sp>
        <p:nvSpPr>
          <p:cNvPr id="4" name="image-body-2">
            <a:extLst xmlns:a="http://schemas.openxmlformats.org/drawingml/2006/main">
              <a:ext uri="{FF2B5EF4-FFF2-40B4-BE49-F238E27FC236}">
                <a16:creationId xmlns:a16="http://schemas.microsoft.com/office/drawing/2014/main" id="{E5967209-5FC8-4D8F-BC2D-500B85ED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The background is a native embedded image object; the headline and explanation remain editable text.</a:t>
            </a:r>
          </a:p>
        </p:txBody>
      </p:sp>
    </p:spTree>
    <p:extLst>
      <p:ext uri="{BB962C8B-B14F-4D97-AF65-F5344CB8AC3E}">
        <p14:creationId xmlns:p14="http://schemas.microsoft.com/office/powerpoint/2010/main" val="13479923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7527b8f584df7">
            <a:extLst>
              <a:ext uri="{96DAC541-7B7A-43D3-8B79-37D633B846F1}">
                <asvg:svgBlip xmlns:asvg="http://schemas.microsoft.com/office/drawing/2016/SVG/main" r:embed="R4c0573eff13745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mage-overlay-3">
            <a:extLst xmlns:a="http://schemas.openxmlformats.org/drawingml/2006/main">
              <a:ext uri="{FF2B5EF4-FFF2-40B4-BE49-F238E27FC236}">
                <a16:creationId xmlns:a16="http://schemas.microsoft.com/office/drawing/2014/main" id="{9605E655-92C0-438A-8A0D-04DFA84A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5619750" cy="25717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9525">
            <a:solidFill>
              <a:srgbClr val="FFFFFF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" name="image-title-3">
            <a:extLst xmlns:a="http://schemas.openxmlformats.org/drawingml/2006/main">
              <a:ext uri="{FF2B5EF4-FFF2-40B4-BE49-F238E27FC236}">
                <a16:creationId xmlns:a16="http://schemas.microsoft.com/office/drawing/2014/main" id="{C9173708-145B-41A1-836D-55674F1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Overlay contrast survives export</a:t>
            </a:r>
          </a:p>
        </p:txBody>
      </p:sp>
      <p:sp>
        <p:nvSpPr>
          <p:cNvPr id="4" name="image-body-3">
            <a:extLst xmlns:a="http://schemas.openxmlformats.org/drawingml/2006/main">
              <a:ext uri="{FF2B5EF4-FFF2-40B4-BE49-F238E27FC236}">
                <a16:creationId xmlns:a16="http://schemas.microsoft.com/office/drawing/2014/main" id="{1DAA31E9-29ED-4235-A53D-44695A87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The background is a native embedded image object; the headline and explanation remain editable text.</a:t>
            </a:r>
          </a:p>
        </p:txBody>
      </p:sp>
    </p:spTree>
    <p:extLst>
      <p:ext uri="{BB962C8B-B14F-4D97-AF65-F5344CB8AC3E}">
        <p14:creationId xmlns:p14="http://schemas.microsoft.com/office/powerpoint/2010/main" val="1369752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4">
            <a:extLst xmlns:a="http://schemas.openxmlformats.org/drawingml/2006/main">
              <a:ext uri="{FF2B5EF4-FFF2-40B4-BE49-F238E27FC236}">
                <a16:creationId xmlns:a16="http://schemas.microsoft.com/office/drawing/2014/main" id="{55D1001C-83E9-4F2D-872F-9B41ABBC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2136E21-AB73-4B72-9160-A6C70B6F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Native SVG survives as an editable image object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0D3BB497-F2A5-4F79-9478-FE0F3EBA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Vector media and DrawingML text coexist.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0716205F-F984-4826-A016-12AEA475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0da2b0766485c">
            <a:extLst>
              <a:ext uri="{96DAC541-7B7A-43D3-8B79-37D633B846F1}">
                <asvg:svgBlip xmlns:asvg="http://schemas.microsoft.com/office/drawing/2016/SVG/main" r:embed="Rb73cad1eec0c4e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28750" y="1905000"/>
            <a:ext cx="7239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svg-callout">
            <a:extLst xmlns:a="http://schemas.openxmlformats.org/drawingml/2006/main">
              <a:ext uri="{FF2B5EF4-FFF2-40B4-BE49-F238E27FC236}">
                <a16:creationId xmlns:a16="http://schemas.microsoft.com/office/drawing/2014/main" id="{BF477711-37AF-490C-8262-095CBCDB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SVG</a:t>
            </a:r>
          </a:p>
        </p:txBody>
      </p:sp>
      <p:sp>
        <p:nvSpPr>
          <p:cNvPr id="7" name="svg-body">
            <a:extLst xmlns:a="http://schemas.openxmlformats.org/drawingml/2006/main">
              <a:ext uri="{FF2B5EF4-FFF2-40B4-BE49-F238E27FC236}">
                <a16:creationId xmlns:a16="http://schemas.microsoft.com/office/drawing/2014/main" id="{4ADAD7A8-CFD1-4C62-AEA5-01DC9ABD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Inspect vector fallback and image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86577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5">
            <a:extLst xmlns:a="http://schemas.openxmlformats.org/drawingml/2006/main">
              <a:ext uri="{FF2B5EF4-FFF2-40B4-BE49-F238E27FC236}">
                <a16:creationId xmlns:a16="http://schemas.microsoft.com/office/drawing/2014/main" id="{2BDAB7D5-13F8-43C0-AB1B-913FE083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AEF5CC9-AF01-4C37-B295-93D5B084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Native chart data remains inspectable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846B7F65-416C-4012-A1AA-7C0B8D15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Four renderer passes with visible values.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B7E9368-48C0-4CA7-A7B0-A727312F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143000" y="1809750"/>
          <a:ext xmlns:a="http://schemas.openxmlformats.org/drawingml/2006/main" cx="7810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56184a3f964af7"/>
          </a:graphicData>
        </a:graphic>
      </p:graphicFrame>
      <p:sp>
        <p:nvSpPr>
          <p:cNvPr id="6" name="chart-callout">
            <a:extLst xmlns:a="http://schemas.openxmlformats.org/drawingml/2006/main">
              <a:ext uri="{FF2B5EF4-FFF2-40B4-BE49-F238E27FC236}">
                <a16:creationId xmlns:a16="http://schemas.microsoft.com/office/drawing/2014/main" id="{4F554230-44E0-4B9B-B5A9-D92C84B1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99%</a:t>
            </a:r>
          </a:p>
        </p:txBody>
      </p:sp>
      <p:sp>
        <p:nvSpPr>
          <p:cNvPr id="7" name="chart-note">
            <a:extLst xmlns:a="http://schemas.openxmlformats.org/drawingml/2006/main">
              <a:ext uri="{FF2B5EF4-FFF2-40B4-BE49-F238E27FC236}">
                <a16:creationId xmlns:a16="http://schemas.microsoft.com/office/drawing/2014/main" id="{5D78C3CC-650A-475A-B01A-E1A46623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Version confirmation</a:t>
            </a:r>
          </a:p>
          <a:p xmlns:a="http://schemas.openxmlformats.org/drawingml/2006/main">
            <a:pPr algn="ctr">
              <a:defRPr sz="1425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fixture peak</a:t>
            </a:r>
          </a:p>
        </p:txBody>
      </p:sp>
    </p:spTree>
    <p:extLst>
      <p:ext uri="{BB962C8B-B14F-4D97-AF65-F5344CB8AC3E}">
        <p14:creationId xmlns:p14="http://schemas.microsoft.com/office/powerpoint/2010/main" val="6130631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ccent-6">
            <a:extLst xmlns:a="http://schemas.openxmlformats.org/drawingml/2006/main">
              <a:ext uri="{FF2B5EF4-FFF2-40B4-BE49-F238E27FC236}">
                <a16:creationId xmlns:a16="http://schemas.microsoft.com/office/drawing/2014/main" id="{55E40896-8B0D-4DA8-955E-2AFE26BF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23170B9-4EAA-40C8-9E5C-B046F6C4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Native table exposes real cells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D39E1DB7-4436-4FF9-8BA5-420651FA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Rows, columns, values, fills, and borders remain editable.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25062475-9927-4695-8B52-9299921B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90600" y="1847850"/>
          <a:ext xmlns:a="http://schemas.openxmlformats.org/drawingml/2006/main" cx="99060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4583906"/>
                <a:gridCol w="2083594"/>
                <a:gridCol w="1428750"/>
              </a:tblGrid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Chart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3447"/>
                          </a:solidFill>
                        </a:rPr>
                        <a:t>Native chart XML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Medium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 anchor="ctr"/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Table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3447"/>
                          </a:solidFill>
                        </a:rPr>
                        <a:t>Native cell grid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Medium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 anchor="ctr"/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SVG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3447"/>
                          </a:solidFill>
                        </a:rPr>
                        <a:t>Vector relationship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High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 anchor="ctr"/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Media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3447"/>
                          </a:solidFill>
                        </a:rPr>
                        <a:t>Poster-frame relationship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High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532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7">
            <a:extLst xmlns:a="http://schemas.openxmlformats.org/drawingml/2006/main">
              <a:ext uri="{FF2B5EF4-FFF2-40B4-BE49-F238E27FC236}">
                <a16:creationId xmlns:a16="http://schemas.microsoft.com/office/drawing/2014/main" id="{EB7DF287-02F9-40E0-BFD0-E0DF664E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B0E2B61-5BD4-4EED-98AA-5B691154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Transparency reveals stacking behavior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229CC4A0-8BBB-4EE5-98AA-BF1C6DFE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Overlapping native shapes use distinct alpha values.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0649DF53-A8B7-4E2B-942E-F0CBA7C2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transparent-blue">
            <a:extLst xmlns:a="http://schemas.openxmlformats.org/drawingml/2006/main">
              <a:ext uri="{FF2B5EF4-FFF2-40B4-BE49-F238E27FC236}">
                <a16:creationId xmlns:a16="http://schemas.microsoft.com/office/drawing/2014/main" id="{C91F3CFD-2A67-434B-8E6A-59DF39BC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>
              <a:alpha val="58000"/>
            </a:srgbClr>
          </a:solidFill>
          <a:ln xmlns:a="http://schemas.openxmlformats.org/drawingml/2006/main" w="2857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6" name="transparent-green">
            <a:extLst xmlns:a="http://schemas.openxmlformats.org/drawingml/2006/main">
              <a:ext uri="{FF2B5EF4-FFF2-40B4-BE49-F238E27FC236}">
                <a16:creationId xmlns:a16="http://schemas.microsoft.com/office/drawing/2014/main" id="{0A904ADD-E50E-447D-B045-AEEC3885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>
              <a:alpha val="52000"/>
            </a:srgbClr>
          </a:solidFill>
          <a:ln xmlns:a="http://schemas.openxmlformats.org/drawingml/2006/main" w="2857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7" name="transparent-coral">
            <a:extLst xmlns:a="http://schemas.openxmlformats.org/drawingml/2006/main">
              <a:ext uri="{FF2B5EF4-FFF2-40B4-BE49-F238E27FC236}">
                <a16:creationId xmlns:a16="http://schemas.microsoft.com/office/drawing/2014/main" id="{B9A3F569-F638-40B2-BFDF-D53F0EF5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5F">
              <a:alpha val="48000"/>
            </a:srgbClr>
          </a:solidFill>
          <a:ln xmlns:a="http://schemas.openxmlformats.org/drawingml/2006/main" w="2857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8" name="alpha-label">
            <a:extLst xmlns:a="http://schemas.openxmlformats.org/drawingml/2006/main">
              <a:ext uri="{FF2B5EF4-FFF2-40B4-BE49-F238E27FC236}">
                <a16:creationId xmlns:a16="http://schemas.microsoft.com/office/drawing/2014/main" id="{65CABCCC-627B-4888-BB4F-13A93387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ALPHA</a:t>
            </a:r>
          </a:p>
        </p:txBody>
      </p:sp>
    </p:spTree>
    <p:extLst>
      <p:ext uri="{BB962C8B-B14F-4D97-AF65-F5344CB8AC3E}">
        <p14:creationId xmlns:p14="http://schemas.microsoft.com/office/powerpoint/2010/main" val="5127909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8">
            <a:extLst xmlns:a="http://schemas.openxmlformats.org/drawingml/2006/main">
              <a:ext uri="{FF2B5EF4-FFF2-40B4-BE49-F238E27FC236}">
                <a16:creationId xmlns:a16="http://schemas.microsoft.com/office/drawing/2014/main" id="{6E2D49F4-ABBD-4A5F-A7D2-A7C753C1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A4E3C13-05EA-4F4D-9B9A-907B750A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Gradient fills exercise DrawingML stops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57065D07-50FE-40E7-A5BA-004DE0D9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Linear and radial gradients use native fill definitions.</a:t>
            </a:r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ECD1305D-F4A0-452B-9281-3BE84F96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linear-gradient-test">
            <a:extLst xmlns:a="http://schemas.openxmlformats.org/drawingml/2006/main">
              <a:ext uri="{FF2B5EF4-FFF2-40B4-BE49-F238E27FC236}">
                <a16:creationId xmlns:a16="http://schemas.microsoft.com/office/drawing/2014/main" id="{3623C425-16D8-40F7-AF75-9E8CC7C8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4572000" cy="2571750"/>
          </a:xfrm>
          <a:prstGeom xmlns:a="http://schemas.openxmlformats.org/drawingml/2006/main" prst="roundRect">
            <a:avLst>
              <a:gd name="adj" fmla="val 9630"/>
            </a:avLst>
          </a:prstGeom>
          <a:gradFill xmlns:a="http://schemas.openxmlformats.org/drawingml/2006/main">
            <a:gsLst>
              <a:gs pos="0">
                <a:srgbClr val="17324D"/>
              </a:gs>
              <a:gs pos="48000">
                <a:srgbClr val="2E74B5"/>
              </a:gs>
              <a:gs pos="100000">
                <a:srgbClr val="7CC4E4"/>
              </a:gs>
            </a:gsLst>
            <a:lin ang="192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radial-gradient-test">
            <a:extLst xmlns:a="http://schemas.openxmlformats.org/drawingml/2006/main">
              <a:ext uri="{FF2B5EF4-FFF2-40B4-BE49-F238E27FC236}">
                <a16:creationId xmlns:a16="http://schemas.microsoft.com/office/drawing/2014/main" id="{8A2EEE55-691D-4DDC-8F20-5EDD3868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2857500" cy="2857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45000">
                <a:srgbClr val="70C1E4"/>
              </a:gs>
              <a:gs pos="100000">
                <a:srgbClr val="17324D"/>
              </a:gs>
            </a:gsLst>
            <a:path path="shape"/>
          </a:gradFill>
          <a:ln xmlns:a="http://schemas.openxmlformats.org/drawingml/2006/main" w="19050">
            <a:solidFill>
              <a:srgbClr val="DDEAF2"/>
            </a:solidFill>
            <a:prstDash val="solid"/>
          </a:ln>
        </p:spPr>
      </p:sp>
      <p:sp>
        <p:nvSpPr>
          <p:cNvPr id="7" name="gradient-linear-label">
            <a:extLst xmlns:a="http://schemas.openxmlformats.org/drawingml/2006/main">
              <a:ext uri="{FF2B5EF4-FFF2-40B4-BE49-F238E27FC236}">
                <a16:creationId xmlns:a16="http://schemas.microsoft.com/office/drawing/2014/main" id="{8A36D421-0B40-4E8B-B8B8-49FF6894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90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LINEAR</a:t>
            </a:r>
          </a:p>
        </p:txBody>
      </p:sp>
      <p:sp>
        <p:nvSpPr>
          <p:cNvPr id="8" name="gradient-radial-label">
            <a:extLst xmlns:a="http://schemas.openxmlformats.org/drawingml/2006/main">
              <a:ext uri="{FF2B5EF4-FFF2-40B4-BE49-F238E27FC236}">
                <a16:creationId xmlns:a16="http://schemas.microsoft.com/office/drawing/2014/main" id="{21ACDEDB-4121-425B-8842-59D0B237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956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RADIAL</a:t>
            </a:r>
          </a:p>
        </p:txBody>
      </p:sp>
    </p:spTree>
    <p:extLst>
      <p:ext uri="{BB962C8B-B14F-4D97-AF65-F5344CB8AC3E}">
        <p14:creationId xmlns:p14="http://schemas.microsoft.com/office/powerpoint/2010/main" val="396739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ROUP_B">
            <a:extLst xmlns:a="http://schemas.openxmlformats.org/drawingml/2006/main">
              <a:ext uri="{FF2B5EF4-FFF2-40B4-BE49-F238E27FC236}">
                <a16:creationId xmlns:a16="http://schemas.microsoft.com/office/drawing/2014/main" id="{1EF75DDB-722D-45FC-BD84-68892334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3905250" cy="1143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D9"/>
          </a:solidFill>
          <a:ln xmlns:a="http://schemas.openxmlformats.org/drawingml/2006/main" w="19050">
            <a:solidFill>
              <a:srgbClr val="287F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 B</a:t>
            </a:r>
          </a:p>
        </p:txBody>
      </p:sp>
      <p:sp>
        <p:nvSpPr>
          <p:cNvPr id="7" name="caption-8">
            <a:extLst xmlns:a="http://schemas.openxmlformats.org/drawingml/2006/main">
              <a:ext uri="{FF2B5EF4-FFF2-40B4-BE49-F238E27FC236}">
                <a16:creationId xmlns:a16="http://schemas.microsoft.com/office/drawing/2014/main" id="{53D08BC7-3399-4FCF-96A6-38E5BDFB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Feature evidence: p:grpSp / EDITABLE_GROUP_REBUILD</a:t>
            </a:r>
          </a:p>
        </p:txBody>
      </p:sp>
      <p:grpSp xmlns:a="http://schemas.openxmlformats.org/drawingml/2006/main">
        <p:nvGrpSpPr>
          <p:cNvPr id="9001" name="EDITABLE_GROUP_REBUI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accent-9">
              <a:extLst xmlns:a="http://schemas.openxmlformats.org/drawingml/2006/main">
                <a:ext uri="{FF2B5EF4-FFF2-40B4-BE49-F238E27FC236}">
                  <a16:creationId xmlns:a16="http://schemas.microsoft.com/office/drawing/2014/main" id="{0F5A43B5-AE6E-4533-92A3-3F6FAC7B7D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533400"/>
              <a:ext cx="95250" cy="704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E74B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title-9">
              <a:extLst xmlns:a="http://schemas.openxmlformats.org/drawingml/2006/main">
                <a:ext uri="{FF2B5EF4-FFF2-40B4-BE49-F238E27FC236}">
                  <a16:creationId xmlns:a16="http://schemas.microsoft.com/office/drawing/2014/main" id="{1C487BDE-6690-4607-9111-EBE0689893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514350"/>
              <a:ext cx="990600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lIns="57150" tIns="38100" rIns="57150" bIns="38100" anchor="t">
              <a:normAutofit fontScale="100000"/>
            </a:bodyPr>
            <a:lstStyle xmlns:a="http://schemas.openxmlformats.org/drawingml/2006/main"/>
            <a:p xmlns:a="http://schemas.openxmlformats.org/drawingml/2006/main">
              <a:pPr algn="l">
                <a:defRPr sz="3000" b="1">
                  <a:solidFill>
                    <a:srgbClr val="17324D"/>
                  </a:solidFill>
                  <a:latin typeface="Aptos"/>
                  <a:ea typeface="Aptos"/>
                  <a:cs typeface="Aptos"/>
                </a:defRPr>
              </a:pPr>
              <a:r>
                <a:rPr sz="3000" b="1">
                  <a:solidFill>
                    <a:srgbClr val="17324D"/>
                  </a:solidFill>
                  <a:latin typeface="Aptos"/>
                  <a:ea typeface="Aptos"/>
                  <a:cs typeface="Aptos"/>
                </a:rPr>
                <a:t>Grouped shapes move as one object</a:t>
              </a:r>
            </a:p>
          </p:txBody>
        </p:sp>
        <p:sp>
          <p:nvSpPr>
            <p:cNvPr id="3" name="subtitle-9">
              <a:extLst xmlns:a="http://schemas.openxmlformats.org/drawingml/2006/main">
                <a:ext uri="{FF2B5EF4-FFF2-40B4-BE49-F238E27FC236}">
                  <a16:creationId xmlns:a16="http://schemas.microsoft.com/office/drawing/2014/main" id="{22E7B809-7740-4DEB-A269-7364BEC99B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1123950"/>
              <a:ext cx="99060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lIns="57150" tIns="38100" rIns="57150" bIns="38100" anchor="t">
              <a:normAutofit fontScale="100000"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98A"/>
                  </a:solidFill>
                  <a:latin typeface="Aptos"/>
                  <a:ea typeface="Aptos"/>
                  <a:cs typeface="Aptos"/>
                </a:defRPr>
              </a:pPr>
              <a:r>
                <a:rPr sz="1350" b="0">
                  <a:solidFill>
                    <a:srgbClr val="65798A"/>
                  </a:solidFill>
                  <a:latin typeface="Aptos"/>
                  <a:ea typeface="Aptos"/>
                  <a:cs typeface="Aptos"/>
                </a:rPr>
                <a:t>The exported slide is patched into a true p:grpSp container.</a:t>
              </a:r>
            </a:p>
          </p:txBody>
        </p:sp>
        <p:sp>
          <p:nvSpPr>
            <p:cNvPr id="4" name="page-9">
              <a:extLst xmlns:a="http://schemas.openxmlformats.org/drawingml/2006/main">
                <a:ext uri="{FF2B5EF4-FFF2-40B4-BE49-F238E27FC236}">
                  <a16:creationId xmlns:a16="http://schemas.microsoft.com/office/drawing/2014/main" id="{2EDE2A9C-5CAF-4FD4-9BA0-627227CB5D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9000" y="6096000"/>
              <a:ext cx="4953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lIns="57150" tIns="38100" rIns="57150" bIns="38100" anchor="t">
              <a:normAutofit fontScale="100000"/>
            </a:bodyPr>
            <a:lstStyle xmlns:a="http://schemas.openxmlformats.org/drawingml/2006/main"/>
            <a:p xmlns:a="http://schemas.openxmlformats.org/drawingml/2006/main">
              <a:pPr algn="r">
                <a:defRPr sz="1275" b="1">
                  <a:solidFill>
                    <a:srgbClr val="65798A"/>
                  </a:solidFill>
                  <a:latin typeface="Aptos"/>
                  <a:ea typeface="Aptos"/>
                  <a:cs typeface="Aptos"/>
                </a:defRPr>
              </a:pPr>
              <a:r>
                <a:rPr sz="1275" b="1">
                  <a:solidFill>
                    <a:srgbClr val="65798A"/>
                  </a:solidFill>
                  <a:latin typeface="Aptos"/>
                  <a:ea typeface="Aptos"/>
                  <a:cs typeface="Aptos"/>
                </a:rPr>
                <a:t>09</a:t>
              </a:r>
            </a:p>
          </p:txBody>
        </p:sp>
        <p:sp>
          <p:nvSpPr>
            <p:cNvPr id="5" name="GROUP_A">
              <a:extLst xmlns:a="http://schemas.openxmlformats.org/drawingml/2006/main">
                <a:ext uri="{FF2B5EF4-FFF2-40B4-BE49-F238E27FC236}">
                  <a16:creationId xmlns:a16="http://schemas.microsoft.com/office/drawing/2014/main" id="{9F74000B-88F1-47F2-8540-41D59B49A9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0" y="2190750"/>
              <a:ext cx="3238500" cy="2095500"/>
            </a:xfrm>
            <a:prstGeom xmlns:a="http://schemas.openxmlformats.org/drawingml/2006/main" prst="roundRect">
              <a:avLst>
                <a:gd name="adj" fmla="val 10909"/>
              </a:avLst>
            </a:prstGeom>
            <a:solidFill xmlns:a="http://schemas.openxmlformats.org/drawingml/2006/main">
              <a:srgbClr val="EAF4FB"/>
            </a:solidFill>
            <a:ln xmlns:a="http://schemas.openxmlformats.org/drawingml/2006/main" w="28575">
              <a:solidFill>
                <a:srgbClr val="2E74B5"/>
              </a:solidFill>
              <a:prstDash val="solid"/>
            </a:ln>
          </p:spPr>
          <p:txBody>
            <a:bodyPr xmlns:a="http://schemas.openxmlformats.org/drawingml/2006/main" anchor="ctr"/>
            <a:lstStyle xmlns:a="http://schemas.openxmlformats.org/drawingml/2006/main"/>
            <a:p xmlns:a="http://schemas.openxmlformats.org/drawingml/2006/main">
              <a:pPr algn="ctr">
                <a:defRPr sz="2250" b="1">
                  <a:solidFill>
                    <a:srgbClr val="17324D"/>
                  </a:solidFill>
                  <a:latin typeface="Aptos"/>
                  <a:ea typeface="Aptos"/>
                  <a:cs typeface="Aptos"/>
                </a:defRPr>
              </a:pPr>
              <a:r>
                <a:rPr sz="2250" b="1">
                  <a:solidFill>
                    <a:srgbClr val="17324D"/>
                  </a:solidFill>
                  <a:latin typeface="Aptos"/>
                  <a:ea typeface="Aptos"/>
                  <a:cs typeface="Aptos"/>
                </a:rPr>
                <a:t>GROUP A</a:t>
              </a:r>
            </a:p>
          </p:txBody>
        </p:sp>
        <p:sp>
          <p:nvSpPr>
            <p:cNvPr id="8" name="accent-9">
              <a:extLst xmlns:a="http://schemas.openxmlformats.org/drawingml/2006/main">
                <a:ext uri="{FF2B5EF4-FFF2-40B4-BE49-F238E27FC236}">
                  <a16:creationId xmlns:a16="http://schemas.microsoft.com/office/drawing/2014/main" id="{0F5A43B5-AE6E-4533-92A3-3F6FAC7B7D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533400"/>
              <a:ext cx="95250" cy="704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E74B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title-9">
              <a:extLst xmlns:a="http://schemas.openxmlformats.org/drawingml/2006/main">
                <a:ext uri="{FF2B5EF4-FFF2-40B4-BE49-F238E27FC236}">
                  <a16:creationId xmlns:a16="http://schemas.microsoft.com/office/drawing/2014/main" id="{1C487BDE-6690-4607-9111-EBE0689893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514350"/>
              <a:ext cx="990600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lIns="57150" tIns="38100" rIns="57150" bIns="38100" anchor="t">
              <a:normAutofit fontScale="100000"/>
            </a:bodyPr>
            <a:lstStyle xmlns:a="http://schemas.openxmlformats.org/drawingml/2006/main"/>
            <a:p xmlns:a="http://schemas.openxmlformats.org/drawingml/2006/main">
              <a:pPr algn="l">
                <a:defRPr sz="3000" b="1">
                  <a:solidFill>
                    <a:srgbClr val="17324D"/>
                  </a:solidFill>
                  <a:latin typeface="Aptos"/>
                  <a:ea typeface="Aptos"/>
                  <a:cs typeface="Aptos"/>
                </a:defRPr>
              </a:pPr>
              <a:r>
                <a:rPr sz="3000" b="1">
                  <a:solidFill>
                    <a:srgbClr val="17324D"/>
                  </a:solidFill>
                  <a:latin typeface="Aptos"/>
                  <a:ea typeface="Aptos"/>
                  <a:cs typeface="Aptos"/>
                </a:rPr>
                <a:t>Grouped shapes move as one object</a:t>
              </a:r>
            </a:p>
          </p:txBody>
        </p:sp>
        <p:sp>
          <p:nvSpPr>
            <p:cNvPr id="3" name="subtitle-9">
              <a:extLst xmlns:a="http://schemas.openxmlformats.org/drawingml/2006/main">
                <a:ext uri="{FF2B5EF4-FFF2-40B4-BE49-F238E27FC236}">
                  <a16:creationId xmlns:a16="http://schemas.microsoft.com/office/drawing/2014/main" id="{22E7B809-7740-4DEB-A269-7364BEC99B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1123950"/>
              <a:ext cx="99060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lIns="57150" tIns="38100" rIns="57150" bIns="38100" anchor="t">
              <a:normAutofit fontScale="100000"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98A"/>
                  </a:solidFill>
                  <a:latin typeface="Aptos"/>
                  <a:ea typeface="Aptos"/>
                  <a:cs typeface="Aptos"/>
                </a:defRPr>
              </a:pPr>
              <a:r>
                <a:rPr sz="1350" b="0">
                  <a:solidFill>
                    <a:srgbClr val="65798A"/>
                  </a:solidFill>
                  <a:latin typeface="Aptos"/>
                  <a:ea typeface="Aptos"/>
                  <a:cs typeface="Aptos"/>
                </a:rPr>
                <a:t>The exported slide is patched into a true p:grpSp container.</a:t>
              </a:r>
            </a:p>
          </p:txBody>
        </p:sp>
        <p:sp>
          <p:nvSpPr>
            <p:cNvPr id="4" name="page-9">
              <a:extLst xmlns:a="http://schemas.openxmlformats.org/drawingml/2006/main">
                <a:ext uri="{FF2B5EF4-FFF2-40B4-BE49-F238E27FC236}">
                  <a16:creationId xmlns:a16="http://schemas.microsoft.com/office/drawing/2014/main" id="{2EDE2A9C-5CAF-4FD4-9BA0-627227CB5D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9000" y="6096000"/>
              <a:ext cx="4953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lIns="57150" tIns="38100" rIns="57150" bIns="38100" anchor="t">
              <a:normAutofit fontScale="100000"/>
            </a:bodyPr>
            <a:lstStyle xmlns:a="http://schemas.openxmlformats.org/drawingml/2006/main"/>
            <a:p xmlns:a="http://schemas.openxmlformats.org/drawingml/2006/main">
              <a:pPr algn="r">
                <a:defRPr sz="1275" b="1">
                  <a:solidFill>
                    <a:srgbClr val="65798A"/>
                  </a:solidFill>
                  <a:latin typeface="Aptos"/>
                  <a:ea typeface="Aptos"/>
                  <a:cs typeface="Aptos"/>
                </a:defRPr>
              </a:pPr>
              <a:r>
                <a:rPr sz="1275" b="1">
                  <a:solidFill>
                    <a:srgbClr val="65798A"/>
                  </a:solidFill>
                  <a:latin typeface="Aptos"/>
                  <a:ea typeface="Aptos"/>
                  <a:cs typeface="Aptos"/>
                </a:rPr>
                <a:t>09</a:t>
              </a:r>
            </a:p>
          </p:txBody>
        </p:sp>
        <p:sp>
          <p:nvSpPr>
            <p:cNvPr id="5" name="GROUP_A">
              <a:extLst xmlns:a="http://schemas.openxmlformats.org/drawingml/2006/main">
                <a:ext uri="{FF2B5EF4-FFF2-40B4-BE49-F238E27FC236}">
                  <a16:creationId xmlns:a16="http://schemas.microsoft.com/office/drawing/2014/main" id="{9F74000B-88F1-47F2-8540-41D59B49A9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0" y="2190750"/>
              <a:ext cx="3238500" cy="2095500"/>
            </a:xfrm>
            <a:prstGeom xmlns:a="http://schemas.openxmlformats.org/drawingml/2006/main" prst="roundRect">
              <a:avLst>
                <a:gd name="adj" fmla="val 10909"/>
              </a:avLst>
            </a:prstGeom>
            <a:solidFill xmlns:a="http://schemas.openxmlformats.org/drawingml/2006/main">
              <a:srgbClr val="EAF4FB"/>
            </a:solidFill>
            <a:ln xmlns:a="http://schemas.openxmlformats.org/drawingml/2006/main" w="28575">
              <a:solidFill>
                <a:srgbClr val="2E74B5"/>
              </a:solidFill>
              <a:prstDash val="solid"/>
            </a:ln>
          </p:spPr>
          <p:txBody>
            <a:bodyPr xmlns:a="http://schemas.openxmlformats.org/drawingml/2006/main" anchor="ctr"/>
            <a:lstStyle xmlns:a="http://schemas.openxmlformats.org/drawingml/2006/main"/>
            <a:p xmlns:a="http://schemas.openxmlformats.org/drawingml/2006/main">
              <a:pPr algn="ctr">
                <a:defRPr sz="2250" b="1">
                  <a:solidFill>
                    <a:srgbClr val="17324D"/>
                  </a:solidFill>
                  <a:latin typeface="Aptos"/>
                  <a:ea typeface="Aptos"/>
                  <a:cs typeface="Aptos"/>
                </a:defRPr>
              </a:pPr>
              <a:r>
                <a:rPr sz="2250" b="1">
                  <a:solidFill>
                    <a:srgbClr val="17324D"/>
                  </a:solidFill>
                  <a:latin typeface="Aptos"/>
                  <a:ea typeface="Aptos"/>
                  <a:cs typeface="Aptos"/>
                </a:rPr>
                <a:t>GROUP A</a:t>
              </a:r>
            </a:p>
          </p:txBody>
        </p:sp>
        <p:sp>
          <p:nvSpPr>
            <p:cNvPr id="6" name="GROUP_B">
              <a:extLst xmlns:a="http://schemas.openxmlformats.org/drawingml/2006/main">
                <a:ext uri="{FF2B5EF4-FFF2-40B4-BE49-F238E27FC236}">
                  <a16:creationId xmlns:a16="http://schemas.microsoft.com/office/drawing/2014/main" id="{1EF75DDB-722D-45FC-BD84-688923341F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0" y="2667000"/>
              <a:ext cx="3905250" cy="11430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4DA3D9"/>
            </a:solidFill>
            <a:ln xmlns:a="http://schemas.openxmlformats.org/drawingml/2006/main" w="19050">
              <a:solidFill>
                <a:srgbClr val="287FA8"/>
              </a:solidFill>
              <a:prstDash val="solid"/>
            </a:ln>
          </p:spPr>
          <p:txBody>
            <a:bodyPr xmlns:a="http://schemas.openxmlformats.org/drawingml/2006/main" anchor="ctr"/>
            <a:lstStyle xmlns:a="http://schemas.openxmlformats.org/drawingml/2006/main"/>
            <a:p xmlns:a="http://schemas.openxmlformats.org/drawingml/2006/main">
              <a:pPr algn="ctr">
                <a:defRPr sz="2100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2100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GROUP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78783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10">
            <a:extLst xmlns:a="http://schemas.openxmlformats.org/drawingml/2006/main">
              <a:ext uri="{FF2B5EF4-FFF2-40B4-BE49-F238E27FC236}">
                <a16:creationId xmlns:a16="http://schemas.microsoft.com/office/drawing/2014/main" id="{C7FC42BA-523D-49E5-B6C9-CEA9C4BA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958AB81-CF96-421F-A310-91200E15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Media poster frame remains visible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DA7EE031-CF6E-4B09-BBF8-C50241B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A project-owned poster image is paired with a native video/media relationship.</a:t>
            </a:r>
          </a:p>
        </p:txBody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EE842961-EA63-4C64-B8BE-02B462D0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11" name="MEDIA_POSTER_FRAME_TEST"/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900"/>
            <p:extLst>
              <p:ext uri="{DAA4B4D4-6D71-4841-9C3D-6A8B3A9C9F6F}">
                <p14:media xmlns:p14="http://schemas.microsoft.com/office/powerpoint/2010/main" xmlns:r="http://schemas.openxmlformats.org/officeDocument/2006/relationships" r:embed="rId901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a52c677fcd47444b">
            <a:extLst>
              <a:ext uri="{96DAC541-7B7A-43D3-8B79-37D633B846F1}">
                <asvg:svgBlip xmlns:asvg="http://schemas.microsoft.com/office/drawing/2016/SVG/main" r:embed="Rf39f98cf50e24a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14500" y="1790700"/>
            <a:ext cx="838200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caption-9">
            <a:extLst xmlns:a="http://schemas.openxmlformats.org/drawingml/2006/main">
              <a:ext uri="{FF2B5EF4-FFF2-40B4-BE49-F238E27FC236}">
                <a16:creationId xmlns:a16="http://schemas.microsoft.com/office/drawing/2014/main" id="{26A40772-AF22-494D-8D18-44183369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Poster frame is the truth shown before playback; media bytes are an inert fixture placeholder.</a:t>
            </a:r>
          </a:p>
        </p:txBody>
      </p:sp>
    </p:spTree>
    <p:extLst>
      <p:ext uri="{BB962C8B-B14F-4D97-AF65-F5344CB8AC3E}">
        <p14:creationId xmlns:p14="http://schemas.microsoft.com/office/powerpoint/2010/main" val="14634027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11">
            <a:extLst xmlns:a="http://schemas.openxmlformats.org/drawingml/2006/main">
              <a:ext uri="{FF2B5EF4-FFF2-40B4-BE49-F238E27FC236}">
                <a16:creationId xmlns:a16="http://schemas.microsoft.com/office/drawing/2014/main" id="{0AE7C3E0-B721-43F8-A76E-7B113DCF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02993399-D98A-4997-B03E-E8B11131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Missing font substitution must not lose text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0F7FCC45-9F74-4099-8975-6A3025B3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The typeface is intentionally absent from the host.</a:t>
            </a:r>
          </a:p>
        </p:txBody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EEBCBB87-9B25-49AF-B2B0-B7EAD5B2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missing-font-test">
            <a:extLst xmlns:a="http://schemas.openxmlformats.org/drawingml/2006/main">
              <a:ext uri="{FF2B5EF4-FFF2-40B4-BE49-F238E27FC236}">
                <a16:creationId xmlns:a16="http://schemas.microsoft.com/office/drawing/2014/main" id="{5B9C7BFD-A537-403D-9430-02E5CA22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SuperWagieMissingFont-927"/>
                <a:ea typeface="SuperWagieMissingFont-927"/>
                <a:cs typeface="SuperWagieMissingFont-927"/>
              </a:defRPr>
            </a:pPr>
            <a:r>
              <a:rPr sz="3900" b="1">
                <a:solidFill>
                  <a:srgbClr val="17324D"/>
                </a:solidFill>
                <a:latin typeface="SuperWagieMissingFont-927"/>
                <a:ea typeface="SuperWagieMissingFont-927"/>
                <a:cs typeface="SuperWagieMissingFont-927"/>
              </a:rPr>
              <a:t>MISSING FONT</a:t>
            </a:r>
          </a:p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SuperWagieMissingFont-927"/>
                <a:ea typeface="SuperWagieMissingFont-927"/>
                <a:cs typeface="SuperWagieMissingFont-927"/>
              </a:defRPr>
            </a:pPr>
            <a:r>
              <a:rPr sz="3900" b="1">
                <a:solidFill>
                  <a:srgbClr val="17324D"/>
                </a:solidFill>
                <a:latin typeface="SuperWagieMissingFont-927"/>
                <a:ea typeface="SuperWagieMissingFont-927"/>
                <a:cs typeface="SuperWagieMissingFont-927"/>
              </a:rPr>
              <a:t>SUBSTITUTION</a:t>
            </a:r>
          </a:p>
        </p:txBody>
      </p:sp>
      <p:sp>
        <p:nvSpPr>
          <p:cNvPr id="6" name="missing-font-body">
            <a:extLst xmlns:a="http://schemas.openxmlformats.org/drawingml/2006/main">
              <a:ext uri="{FF2B5EF4-FFF2-40B4-BE49-F238E27FC236}">
                <a16:creationId xmlns:a16="http://schemas.microsoft.com/office/drawing/2014/main" id="{2C554F38-0E1A-4CE1-9B80-862438AC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98A"/>
                </a:solidFill>
                <a:latin typeface="SuperWagieMissingFont-927"/>
                <a:ea typeface="SuperWagieMissingFont-927"/>
                <a:cs typeface="SuperWagieMissingFont-927"/>
              </a:defRPr>
            </a:pPr>
            <a:r>
              <a:rPr sz="1500" b="0">
                <a:solidFill>
                  <a:srgbClr val="65798A"/>
                </a:solidFill>
                <a:latin typeface="SuperWagieMissingFont-927"/>
                <a:ea typeface="SuperWagieMissingFont-927"/>
                <a:cs typeface="SuperWagieMissingFont-927"/>
              </a:rPr>
              <a:t>Readable fallback is expected; the original typeface name remains in the PPTX for audit.</a:t>
            </a:r>
          </a:p>
        </p:txBody>
      </p:sp>
    </p:spTree>
    <p:extLst>
      <p:ext uri="{BB962C8B-B14F-4D97-AF65-F5344CB8AC3E}">
        <p14:creationId xmlns:p14="http://schemas.microsoft.com/office/powerpoint/2010/main" val="961563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12">
            <a:extLst xmlns:a="http://schemas.openxmlformats.org/drawingml/2006/main">
              <a:ext uri="{FF2B5EF4-FFF2-40B4-BE49-F238E27FC236}">
                <a16:creationId xmlns:a16="http://schemas.microsoft.com/office/drawing/2014/main" id="{99CA0444-2257-4F42-9493-3FE04F22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9B12F609-45A7-4149-8386-C8C5AAFE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rebuilt object keeps semantic identity</a:t>
            </a: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F1D7CE1E-B01E-4054-8C43-5A6CAFD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The replacement is native, named, and separately editable.</a:t>
            </a:r>
          </a:p>
        </p:txBody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C9BF1276-C791-4E98-8470-936A05AB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REBUILD_SOURCE_GHOST">
            <a:extLst xmlns:a="http://schemas.openxmlformats.org/drawingml/2006/main">
              <a:ext uri="{FF2B5EF4-FFF2-40B4-BE49-F238E27FC236}">
                <a16:creationId xmlns:a16="http://schemas.microsoft.com/office/drawing/2014/main" id="{A1ED3782-57F6-4642-A838-2D1B5223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371475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94A3B8">
              <a:alpha val="16000"/>
            </a:srgbClr>
          </a:solidFill>
          <a:ln xmlns:a="http://schemas.openxmlformats.org/drawingml/2006/main" w="19050">
            <a:solidFill>
              <a:srgbClr val="94A3B8"/>
            </a:solidFill>
            <a:prstDash val="dash"/>
          </a:ln>
        </p:spPr>
      </p:sp>
      <p:sp>
        <p:nvSpPr>
          <p:cNvPr id="6" name="REBUILT_OBJECT">
            <a:extLst xmlns:a="http://schemas.openxmlformats.org/drawingml/2006/main">
              <a:ext uri="{FF2B5EF4-FFF2-40B4-BE49-F238E27FC236}">
                <a16:creationId xmlns:a16="http://schemas.microsoft.com/office/drawing/2014/main" id="{6700688D-A3CF-41F2-B2B2-91A28302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714750" cy="2381250"/>
          </a:xfrm>
          <a:prstGeom xmlns:a="http://schemas.openxmlformats.org/drawingml/2006/main" prst="roundRect">
            <a:avLst>
              <a:gd name="adj" fmla="val 8800"/>
            </a:avLst>
          </a:prstGeom>
          <a:gradFill xmlns:a="http://schemas.openxmlformats.org/drawingml/2006/main">
            <a:gsLst>
              <a:gs pos="0">
                <a:srgbClr val="2E74B5"/>
              </a:gs>
              <a:gs pos="100000">
                <a:srgbClr val="70C1E4"/>
              </a:gs>
            </a:gsLst>
            <a:lin ang="0"/>
          </a:gradFill>
          <a:ln xmlns:a="http://schemas.openxmlformats.org/drawingml/2006/main" w="19050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REBUILT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OBJECT</a:t>
            </a:r>
          </a:p>
        </p:txBody>
      </p:sp>
      <p:sp>
        <p:nvSpPr>
          <p:cNvPr id="7" name="rebuild-arrow">
            <a:extLst xmlns:a="http://schemas.openxmlformats.org/drawingml/2006/main">
              <a:ext uri="{FF2B5EF4-FFF2-40B4-BE49-F238E27FC236}">
                <a16:creationId xmlns:a16="http://schemas.microsoft.com/office/drawing/2014/main" id="{E2146886-9736-4235-8322-745B0B21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52750"/>
            <a:ext cx="12382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D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71005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ccent-13">
            <a:extLst xmlns:a="http://schemas.openxmlformats.org/drawingml/2006/main">
              <a:ext uri="{FF2B5EF4-FFF2-40B4-BE49-F238E27FC236}">
                <a16:creationId xmlns:a16="http://schemas.microsoft.com/office/drawing/2014/main" id="{85BA0B3C-5702-4089-82B2-6908657F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AD619FC6-57F9-4DCD-AC4B-4A81DEE6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Revisions change without breaking the trend</a:t>
            </a:r>
          </a:p>
        </p:txBody>
      </p:sp>
      <p:sp>
        <p:nvSpPr>
          <p:cNvPr id="3" name="subtitle-13">
            <a:extLst xmlns:a="http://schemas.openxmlformats.org/drawingml/2006/main">
              <a:ext uri="{FF2B5EF4-FFF2-40B4-BE49-F238E27FC236}">
                <a16:creationId xmlns:a16="http://schemas.microsoft.com/office/drawing/2014/main" id="{6ABF8C04-31AC-41BF-BA0B-4B15E1C2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A second chart varies category and series wiring.</a:t>
            </a:r>
          </a:p>
        </p:txBody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3ECC5E79-2AD6-4A69-BF72-E607907E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238250" y="1809750"/>
          <a:ext xmlns:a="http://schemas.openxmlformats.org/drawingml/2006/main" cx="9525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dc21fee1a844d1"/>
          </a:graphicData>
        </a:graphic>
      </p:graphicFrame>
    </p:spTree>
    <p:extLst>
      <p:ext uri="{BB962C8B-B14F-4D97-AF65-F5344CB8AC3E}">
        <p14:creationId xmlns:p14="http://schemas.microsoft.com/office/powerpoint/2010/main" val="12212472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ccent-14">
            <a:extLst xmlns:a="http://schemas.openxmlformats.org/drawingml/2006/main">
              <a:ext uri="{FF2B5EF4-FFF2-40B4-BE49-F238E27FC236}">
                <a16:creationId xmlns:a16="http://schemas.microsoft.com/office/drawing/2014/main" id="{B290216D-1EDB-431F-9E3A-853ED52F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E3278B64-95BF-4EA7-B0CA-784DB9F7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Merged cells exercise table reconstruction</a:t>
            </a:r>
          </a:p>
        </p:txBody>
      </p:sp>
      <p:sp>
        <p:nvSpPr>
          <p:cNvPr id="3" name="subtitle-14">
            <a:extLst xmlns:a="http://schemas.openxmlformats.org/drawingml/2006/main">
              <a:ext uri="{FF2B5EF4-FFF2-40B4-BE49-F238E27FC236}">
                <a16:creationId xmlns:a16="http://schemas.microsoft.com/office/drawing/2014/main" id="{A46D732F-57EA-4B5A-9504-B3739C4F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The spanning title row and banded body remain native.</a:t>
            </a:r>
          </a:p>
        </p:txBody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8BDEFBC5-E798-4BEC-82CD-075CC279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619250" y="1809750"/>
          <a:ext xmlns:a="http://schemas.openxmlformats.org/drawingml/2006/main" cx="8763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1000"/>
                <a:gridCol w="2921000"/>
                <a:gridCol w="2921000"/>
              </a:tblGrid>
              <a:tr h="666750">
                <a:tc gridSpan="3"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Reviewer cache contract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324D"/>
                          </a:solidFill>
                        </a:rPr>
                        <a:t>Input</a:t>
                      </a:r>
                    </a:p>
                  </a:txBody>
                  <a:tcPr marL="91440" marR="91440" marT="45720" marB="45720" anchor="ctr">
                    <a:solidFill>
                      <a:srgbClr val="DCEA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324D"/>
                          </a:solidFill>
                        </a:rPr>
                        <a:t>Required key</a:t>
                      </a:r>
                    </a:p>
                  </a:txBody>
                  <a:tcPr marL="91440" marR="91440" marT="45720" marB="45720" anchor="ctr">
                    <a:solidFill>
                      <a:srgbClr val="DCEA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324D"/>
                          </a:solidFill>
                        </a:rPr>
                        <a:t>Failure if absent</a:t>
                      </a:r>
                    </a:p>
                  </a:txBody>
                  <a:tcPr marL="91440" marR="91440" marT="45720" marB="45720" anchor="ctr">
                    <a:solidFill>
                      <a:srgbClr val="DCEA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Artifact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SHA-256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3447"/>
                          </a:solidFill>
                        </a:rPr>
                        <a:t>Stale preview</a:t>
                      </a:r>
                    </a:p>
                  </a:txBody>
                  <a:tcPr marL="91440" marR="91440" marT="45720" marB="45720" anchor="ctr"/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Renderer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Version + fonts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3447"/>
                          </a:solidFill>
                        </a:rPr>
                        <a:t>Visual drift</a:t>
                      </a:r>
                    </a:p>
                  </a:txBody>
                  <a:tcPr marL="91440" marR="91440" marT="45720" marB="45720" anchor="ctr"/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Parameters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3447"/>
                          </a:solidFill>
                        </a:rPr>
                        <a:t>Page/slide options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3447"/>
                          </a:solidFill>
                        </a:rPr>
                        <a:t>Wrong output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692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ccent-15">
            <a:extLst xmlns:a="http://schemas.openxmlformats.org/drawingml/2006/main">
              <a:ext uri="{FF2B5EF4-FFF2-40B4-BE49-F238E27FC236}">
                <a16:creationId xmlns:a16="http://schemas.microsoft.com/office/drawing/2014/main" id="{D1A3FFA1-1F47-4DAC-91C0-E144E17A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21154106-288E-45FC-B95E-8C3B0ED6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Image crop and mask stay deterministic</a:t>
            </a:r>
          </a:p>
        </p:txBody>
      </p:sp>
      <p:sp>
        <p:nvSpPr>
          <p:cNvPr id="3" name="subtitle-15">
            <a:extLst xmlns:a="http://schemas.openxmlformats.org/drawingml/2006/main">
              <a:ext uri="{FF2B5EF4-FFF2-40B4-BE49-F238E27FC236}">
                <a16:creationId xmlns:a16="http://schemas.microsoft.com/office/drawing/2014/main" id="{8149EC6B-815E-4A94-A600-F9F3A485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The same project-owned SVG uses cover fit and a rounded mask.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183F8E1D-8B41-497A-8D39-27416793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5b9f76d2e47b6">
            <a:extLst>
              <a:ext uri="{96DAC541-7B7A-43D3-8B79-37D633B846F1}">
                <asvg:svgBlip xmlns:asvg="http://schemas.microsoft.com/office/drawing/2016/SVG/main" r:embed="Re251db3498684d6d"/>
              </a:ext>
            </a:extLst>
          </a:blip>
          <a:srcRect xmlns:a="http://schemas.openxmlformats.org/drawingml/2006/main" l="12000" t="8000" r="18000" b="5000"/>
          <a:stretch xmlns:a="http://schemas.openxmlformats.org/drawingml/2006/main"/>
        </p:blipFill>
        <p:spPr>
          <a:xfrm xmlns:a="http://schemas.openxmlformats.org/drawingml/2006/main">
            <a:off x="1428750" y="1809750"/>
            <a:ext cx="9334500" cy="3714750"/>
          </a:xfrm>
          <a:prstGeom xmlns:a="http://schemas.openxmlformats.org/drawingml/2006/main" prst="roundRect">
            <a:avLst>
              <a:gd name="adj" fmla="val 7179"/>
            </a:avLst>
          </a:prstGeom>
        </p:spPr>
      </p:pic>
    </p:spTree>
    <p:extLst>
      <p:ext uri="{BB962C8B-B14F-4D97-AF65-F5344CB8AC3E}">
        <p14:creationId xmlns:p14="http://schemas.microsoft.com/office/powerpoint/2010/main" val="4671733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16">
            <a:extLst xmlns:a="http://schemas.openxmlformats.org/drawingml/2006/main">
              <a:ext uri="{FF2B5EF4-FFF2-40B4-BE49-F238E27FC236}">
                <a16:creationId xmlns:a16="http://schemas.microsoft.com/office/drawing/2014/main" id="{2A4153F6-A82D-4EFA-98D2-5EF77AA3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B3B1E8C9-1F4F-4581-B5CD-84D48128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Mixed-script text remains editable</a:t>
            </a:r>
          </a:p>
        </p:txBody>
      </p:sp>
      <p:sp>
        <p:nvSpPr>
          <p:cNvPr id="3" name="subtitle-16">
            <a:extLst xmlns:a="http://schemas.openxmlformats.org/drawingml/2006/main">
              <a:ext uri="{FF2B5EF4-FFF2-40B4-BE49-F238E27FC236}">
                <a16:creationId xmlns:a16="http://schemas.microsoft.com/office/drawing/2014/main" id="{F3984216-E2F0-4C7D-A970-6ADB8FCD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Chinese, Latin, numerals, and symbols share one slide.</a:t>
            </a:r>
          </a:p>
        </p:txBody>
      </p:sp>
      <p:sp>
        <p:nvSpPr>
          <p:cNvPr id="4" name="page-16">
            <a:extLst xmlns:a="http://schemas.openxmlformats.org/drawingml/2006/main">
              <a:ext uri="{FF2B5EF4-FFF2-40B4-BE49-F238E27FC236}">
                <a16:creationId xmlns:a16="http://schemas.microsoft.com/office/drawing/2014/main" id="{E916FD87-02F7-42C3-9984-C1546915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mixed-script-test">
            <a:extLst xmlns:a="http://schemas.openxmlformats.org/drawingml/2006/main">
              <a:ext uri="{FF2B5EF4-FFF2-40B4-BE49-F238E27FC236}">
                <a16:creationId xmlns:a16="http://schemas.microsoft.com/office/drawing/2014/main" id="{34E5EB44-582A-4E5B-9F6C-024FCA8A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42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超级牛马审阅视图</a:t>
            </a:r>
          </a:p>
          <a:p xmlns:a="http://schemas.openxmlformats.org/drawingml/2006/main">
            <a:pPr algn="ctr">
              <a:defRPr sz="28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800">
                <a:solidFill>
                  <a:srgbClr val="2E74B5"/>
                </a:solidFill>
                <a:latin typeface="Aptos"/>
                <a:ea typeface="Aptos"/>
                <a:cs typeface="Aptos"/>
              </a:rPr>
              <a:t>Office Reviewer / Revision 16 / Ω</a:t>
            </a:r>
          </a:p>
        </p:txBody>
      </p:sp>
      <p:sp>
        <p:nvSpPr>
          <p:cNvPr id="6" name="mixed-script-note">
            <a:extLst xmlns:a="http://schemas.openxmlformats.org/drawingml/2006/main">
              <a:ext uri="{FF2B5EF4-FFF2-40B4-BE49-F238E27FC236}">
                <a16:creationId xmlns:a16="http://schemas.microsoft.com/office/drawing/2014/main" id="{21ED3FF0-9E2C-4DE3-BDB3-34ABA854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Text extraction and real-WPS rendering must preserve every semantic token.</a:t>
            </a:r>
          </a:p>
        </p:txBody>
      </p:sp>
    </p:spTree>
    <p:extLst>
      <p:ext uri="{BB962C8B-B14F-4D97-AF65-F5344CB8AC3E}">
        <p14:creationId xmlns:p14="http://schemas.microsoft.com/office/powerpoint/2010/main" val="9354693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17">
            <a:extLst xmlns:a="http://schemas.openxmlformats.org/drawingml/2006/main">
              <a:ext uri="{FF2B5EF4-FFF2-40B4-BE49-F238E27FC236}">
                <a16:creationId xmlns:a16="http://schemas.microsoft.com/office/drawing/2014/main" id="{87EAC085-16B4-48FF-A611-11EAC583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81E3BB7A-FC12-4CB6-B2A6-CCB7BA19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Connectors stay behind their nodes</a:t>
            </a:r>
          </a:p>
        </p:txBody>
      </p:sp>
      <p:sp>
        <p:nvSpPr>
          <p:cNvPr id="3" name="subtitle-17">
            <a:extLst xmlns:a="http://schemas.openxmlformats.org/drawingml/2006/main">
              <a:ext uri="{FF2B5EF4-FFF2-40B4-BE49-F238E27FC236}">
                <a16:creationId xmlns:a16="http://schemas.microsoft.com/office/drawing/2014/main" id="{855C68E1-5743-4166-9B20-B243A7E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A simple native diagram tests z-order and routing.</a:t>
            </a:r>
          </a:p>
        </p:txBody>
      </p:sp>
      <p:sp>
        <p:nvSpPr>
          <p:cNvPr id="4" name="page-17">
            <a:extLst xmlns:a="http://schemas.openxmlformats.org/drawingml/2006/main">
              <a:ext uri="{FF2B5EF4-FFF2-40B4-BE49-F238E27FC236}">
                <a16:creationId xmlns:a16="http://schemas.microsoft.com/office/drawing/2014/main" id="{EBFC4AF8-70EF-47F4-AD6F-9FA53E4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node-artifact">
            <a:extLst xmlns:a="http://schemas.openxmlformats.org/drawingml/2006/main">
              <a:ext uri="{FF2B5EF4-FFF2-40B4-BE49-F238E27FC236}">
                <a16:creationId xmlns:a16="http://schemas.microsoft.com/office/drawing/2014/main" id="{E0693E95-F4F2-4107-9A74-D8F9F18F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2E74B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ARTIFACT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REVISION</a:t>
            </a:r>
          </a:p>
        </p:txBody>
      </p:sp>
      <p:sp>
        <p:nvSpPr>
          <p:cNvPr id="6" name="node-preview">
            <a:extLst xmlns:a="http://schemas.openxmlformats.org/drawingml/2006/main">
              <a:ext uri="{FF2B5EF4-FFF2-40B4-BE49-F238E27FC236}">
                <a16:creationId xmlns:a16="http://schemas.microsoft.com/office/drawing/2014/main" id="{54A0369B-E04D-431F-A50A-2B9DB734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5B51"/>
                </a:solidFill>
              </a:defRPr>
            </a:pPr>
            <a:r>
              <a:rPr sz="1875" b="1">
                <a:solidFill>
                  <a:srgbClr val="0F5B51"/>
                </a:solidFill>
              </a:rPr>
              <a:t>PREVIEW</a:t>
            </a:r>
          </a:p>
          <a:p xmlns:a="http://schemas.openxmlformats.org/drawingml/2006/main">
            <a:pPr algn="ctr">
              <a:defRPr sz="1875" b="1">
                <a:solidFill>
                  <a:srgbClr val="0F5B51"/>
                </a:solidFill>
              </a:defRPr>
            </a:pPr>
            <a:r>
              <a:rPr sz="1875" b="1">
                <a:solidFill>
                  <a:srgbClr val="0F5B51"/>
                </a:solidFill>
              </a:rPr>
              <a:t>REVISION</a:t>
            </a:r>
          </a:p>
        </p:txBody>
      </p:sp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95750" y="3286125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77B"/>
            </a:solidFill>
            <a:prstDash val="solid"/>
            <a:headEnd type="triangle" w="med" len="med"/>
          </a:ln>
        </p:spPr>
      </p:cxnSp>
      <p:sp>
        <p:nvSpPr>
          <p:cNvPr id="8" name="connector-label">
            <a:extLst xmlns:a="http://schemas.openxmlformats.org/drawingml/2006/main">
              <a:ext uri="{FF2B5EF4-FFF2-40B4-BE49-F238E27FC236}">
                <a16:creationId xmlns:a16="http://schemas.microsoft.com/office/drawing/2014/main" id="{D46BC350-5EE5-4E93-9D74-ADA1320A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hash + renderer + font environment + parameters</a:t>
            </a:r>
          </a:p>
        </p:txBody>
      </p:sp>
    </p:spTree>
    <p:extLst>
      <p:ext uri="{BB962C8B-B14F-4D97-AF65-F5344CB8AC3E}">
        <p14:creationId xmlns:p14="http://schemas.microsoft.com/office/powerpoint/2010/main" val="184536573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0bd0429a34506">
            <a:extLst>
              <a:ext uri="{96DAC541-7B7A-43D3-8B79-37D633B846F1}">
                <asvg:svgBlip xmlns:asvg="http://schemas.microsoft.com/office/drawing/2016/SVG/main" r:embed="R49a7cfca641c4c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layered-dark-overlay">
            <a:extLst xmlns:a="http://schemas.openxmlformats.org/drawingml/2006/main">
              <a:ext uri="{FF2B5EF4-FFF2-40B4-BE49-F238E27FC236}">
                <a16:creationId xmlns:a16="http://schemas.microsoft.com/office/drawing/2014/main" id="{C6717220-4BB9-42D8-8DC3-56CD3FE7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ayered-title">
            <a:extLst xmlns:a="http://schemas.openxmlformats.org/drawingml/2006/main">
              <a:ext uri="{FF2B5EF4-FFF2-40B4-BE49-F238E27FC236}">
                <a16:creationId xmlns:a16="http://schemas.microsoft.com/office/drawing/2014/main" id="{A6E697F3-62E1-47A4-B8CF-1616D541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Transparency over media</a:t>
            </a:r>
          </a:p>
        </p:txBody>
      </p:sp>
      <p:sp>
        <p:nvSpPr>
          <p:cNvPr id="4" name="layered-body">
            <a:extLst xmlns:a="http://schemas.openxmlformats.org/drawingml/2006/main">
              <a:ext uri="{FF2B5EF4-FFF2-40B4-BE49-F238E27FC236}">
                <a16:creationId xmlns:a16="http://schemas.microsoft.com/office/drawing/2014/main" id="{B5CA0745-B6BA-4100-A65E-D1E79FCE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6F2F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6F2FA"/>
                </a:solidFill>
                <a:latin typeface="Aptos"/>
                <a:ea typeface="Aptos"/>
                <a:cs typeface="Aptos"/>
              </a:rPr>
              <a:t>Image + alpha overlay + editable text</a:t>
            </a:r>
          </a:p>
        </p:txBody>
      </p:sp>
    </p:spTree>
    <p:extLst>
      <p:ext uri="{BB962C8B-B14F-4D97-AF65-F5344CB8AC3E}">
        <p14:creationId xmlns:p14="http://schemas.microsoft.com/office/powerpoint/2010/main" val="21205640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-19">
            <a:extLst xmlns:a="http://schemas.openxmlformats.org/drawingml/2006/main">
              <a:ext uri="{FF2B5EF4-FFF2-40B4-BE49-F238E27FC236}">
                <a16:creationId xmlns:a16="http://schemas.microsoft.com/office/drawing/2014/main" id="{C4018526-4425-483B-968C-441CF5D4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48E827C8-3F39-4C84-94FB-DC703963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feature ledger makes evidence auditable</a:t>
            </a:r>
          </a:p>
        </p:txBody>
      </p:sp>
      <p:sp>
        <p:nvSpPr>
          <p:cNvPr id="3" name="subtitle-19">
            <a:extLst xmlns:a="http://schemas.openxmlformats.org/drawingml/2006/main">
              <a:ext uri="{FF2B5EF4-FFF2-40B4-BE49-F238E27FC236}">
                <a16:creationId xmlns:a16="http://schemas.microsoft.com/office/drawing/2014/main" id="{A27C24BB-9ECC-44B7-99D6-D7631996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Each required structure has a named native object or package signature.</a:t>
            </a:r>
          </a:p>
        </p:txBody>
      </p:sp>
      <p:sp>
        <p:nvSpPr>
          <p:cNvPr id="4" name="page-19">
            <a:extLst xmlns:a="http://schemas.openxmlformats.org/drawingml/2006/main">
              <a:ext uri="{FF2B5EF4-FFF2-40B4-BE49-F238E27FC236}">
                <a16:creationId xmlns:a16="http://schemas.microsoft.com/office/drawing/2014/main" id="{EBE73F1E-A1C8-4A8F-88FA-FE4A757D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98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ledger-0">
            <a:extLst xmlns:a="http://schemas.openxmlformats.org/drawingml/2006/main">
              <a:ext uri="{FF2B5EF4-FFF2-40B4-BE49-F238E27FC236}">
                <a16:creationId xmlns:a16="http://schemas.microsoft.com/office/drawing/2014/main" id="{023323C6-4B22-4D30-9A19-0E610EC6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572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B7D7EA"/>
            </a:solidFill>
            <a:prstDash val="solid"/>
          </a:ln>
        </p:spPr>
      </p:sp>
      <p:sp>
        <p:nvSpPr>
          <p:cNvPr id="6" name="ledger-label-0">
            <a:extLst xmlns:a="http://schemas.openxmlformats.org/drawingml/2006/main">
              <a:ext uri="{FF2B5EF4-FFF2-40B4-BE49-F238E27FC236}">
                <a16:creationId xmlns:a16="http://schemas.microsoft.com/office/drawing/2014/main" id="{2545BE62-B099-4ECD-9EE3-0616AEC7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145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7" name="ledger-value-0">
            <a:extLst xmlns:a="http://schemas.openxmlformats.org/drawingml/2006/main">
              <a:ext uri="{FF2B5EF4-FFF2-40B4-BE49-F238E27FC236}">
                <a16:creationId xmlns:a16="http://schemas.microsoft.com/office/drawing/2014/main" id="{15F1639B-5FF8-4254-8FAC-4BEEF980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24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slides 2, 3, 15, 18</a:t>
            </a:r>
          </a:p>
        </p:txBody>
      </p:sp>
      <p:sp>
        <p:nvSpPr>
          <p:cNvPr id="8" name="ledger-1">
            <a:extLst xmlns:a="http://schemas.openxmlformats.org/drawingml/2006/main">
              <a:ext uri="{FF2B5EF4-FFF2-40B4-BE49-F238E27FC236}">
                <a16:creationId xmlns:a16="http://schemas.microsoft.com/office/drawing/2014/main" id="{EC0132C7-A7AC-4017-96F1-7F29507A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4572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A5D2C9"/>
            </a:solidFill>
            <a:prstDash val="solid"/>
          </a:ln>
        </p:spPr>
      </p:sp>
      <p:sp>
        <p:nvSpPr>
          <p:cNvPr id="9" name="ledger-label-1">
            <a:extLst xmlns:a="http://schemas.openxmlformats.org/drawingml/2006/main">
              <a:ext uri="{FF2B5EF4-FFF2-40B4-BE49-F238E27FC236}">
                <a16:creationId xmlns:a16="http://schemas.microsoft.com/office/drawing/2014/main" id="{60E26416-77EA-4428-A7E0-F6D2B611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145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SVG</a:t>
            </a:r>
          </a:p>
        </p:txBody>
      </p:sp>
      <p:sp>
        <p:nvSpPr>
          <p:cNvPr id="10" name="ledger-value-1">
            <a:extLst xmlns:a="http://schemas.openxmlformats.org/drawingml/2006/main">
              <a:ext uri="{FF2B5EF4-FFF2-40B4-BE49-F238E27FC236}">
                <a16:creationId xmlns:a16="http://schemas.microsoft.com/office/drawing/2014/main" id="{C9A70F83-7563-4085-B3A5-99AE4E0D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24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slide 4</a:t>
            </a:r>
          </a:p>
        </p:txBody>
      </p:sp>
      <p:sp>
        <p:nvSpPr>
          <p:cNvPr id="11" name="ledger-2">
            <a:extLst xmlns:a="http://schemas.openxmlformats.org/drawingml/2006/main">
              <a:ext uri="{FF2B5EF4-FFF2-40B4-BE49-F238E27FC236}">
                <a16:creationId xmlns:a16="http://schemas.microsoft.com/office/drawing/2014/main" id="{B99CEE42-2136-452E-8CF8-216E83F3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572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B7D7EA"/>
            </a:solidFill>
            <a:prstDash val="solid"/>
          </a:ln>
        </p:spPr>
      </p:sp>
      <p:sp>
        <p:nvSpPr>
          <p:cNvPr id="12" name="ledger-label-2">
            <a:extLst xmlns:a="http://schemas.openxmlformats.org/drawingml/2006/main">
              <a:ext uri="{FF2B5EF4-FFF2-40B4-BE49-F238E27FC236}">
                <a16:creationId xmlns:a16="http://schemas.microsoft.com/office/drawing/2014/main" id="{6F70DB3A-88A6-4D0A-AF0E-19F897D7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860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Chart</a:t>
            </a:r>
          </a:p>
        </p:txBody>
      </p:sp>
      <p:sp>
        <p:nvSpPr>
          <p:cNvPr id="13" name="ledger-value-2">
            <a:extLst xmlns:a="http://schemas.openxmlformats.org/drawingml/2006/main">
              <a:ext uri="{FF2B5EF4-FFF2-40B4-BE49-F238E27FC236}">
                <a16:creationId xmlns:a16="http://schemas.microsoft.com/office/drawing/2014/main" id="{3C7F3C66-17F8-481C-8F63-80F9BF4D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956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slides 5, 13</a:t>
            </a:r>
          </a:p>
        </p:txBody>
      </p:sp>
      <p:sp>
        <p:nvSpPr>
          <p:cNvPr id="14" name="ledger-3">
            <a:extLst xmlns:a="http://schemas.openxmlformats.org/drawingml/2006/main">
              <a:ext uri="{FF2B5EF4-FFF2-40B4-BE49-F238E27FC236}">
                <a16:creationId xmlns:a16="http://schemas.microsoft.com/office/drawing/2014/main" id="{AAF96720-0333-42F5-9783-3A307E87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572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A5D2C9"/>
            </a:solidFill>
            <a:prstDash val="solid"/>
          </a:ln>
        </p:spPr>
      </p:sp>
      <p:sp>
        <p:nvSpPr>
          <p:cNvPr id="15" name="ledger-label-3">
            <a:extLst xmlns:a="http://schemas.openxmlformats.org/drawingml/2006/main">
              <a:ext uri="{FF2B5EF4-FFF2-40B4-BE49-F238E27FC236}">
                <a16:creationId xmlns:a16="http://schemas.microsoft.com/office/drawing/2014/main" id="{5B6F6687-A224-4C14-887F-C2065F18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860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16" name="ledger-value-3">
            <a:extLst xmlns:a="http://schemas.openxmlformats.org/drawingml/2006/main">
              <a:ext uri="{FF2B5EF4-FFF2-40B4-BE49-F238E27FC236}">
                <a16:creationId xmlns:a16="http://schemas.microsoft.com/office/drawing/2014/main" id="{4F463736-7A7F-4719-AF82-1E49696F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956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slides 6, 14</a:t>
            </a:r>
          </a:p>
        </p:txBody>
      </p:sp>
      <p:sp>
        <p:nvSpPr>
          <p:cNvPr id="17" name="ledger-4">
            <a:extLst xmlns:a="http://schemas.openxmlformats.org/drawingml/2006/main">
              <a:ext uri="{FF2B5EF4-FFF2-40B4-BE49-F238E27FC236}">
                <a16:creationId xmlns:a16="http://schemas.microsoft.com/office/drawing/2014/main" id="{0BF0CB7E-053A-4E23-BDB6-2F73CB14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4572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B7D7EA"/>
            </a:solidFill>
            <a:prstDash val="solid"/>
          </a:ln>
        </p:spPr>
      </p:sp>
      <p:sp>
        <p:nvSpPr>
          <p:cNvPr id="18" name="ledger-label-4">
            <a:extLst xmlns:a="http://schemas.openxmlformats.org/drawingml/2006/main">
              <a:ext uri="{FF2B5EF4-FFF2-40B4-BE49-F238E27FC236}">
                <a16:creationId xmlns:a16="http://schemas.microsoft.com/office/drawing/2014/main" id="{E3CB99F3-A1EC-491E-A0E2-96388C62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576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Alpha + gradient</a:t>
            </a:r>
          </a:p>
        </p:txBody>
      </p:sp>
      <p:sp>
        <p:nvSpPr>
          <p:cNvPr id="19" name="ledger-value-4">
            <a:extLst xmlns:a="http://schemas.openxmlformats.org/drawingml/2006/main">
              <a:ext uri="{FF2B5EF4-FFF2-40B4-BE49-F238E27FC236}">
                <a16:creationId xmlns:a16="http://schemas.microsoft.com/office/drawing/2014/main" id="{11D56EC0-929F-4794-BAD5-DDA08473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67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slides 7, 8</a:t>
            </a:r>
          </a:p>
        </p:txBody>
      </p:sp>
      <p:sp>
        <p:nvSpPr>
          <p:cNvPr id="20" name="ledger-5">
            <a:extLst xmlns:a="http://schemas.openxmlformats.org/drawingml/2006/main">
              <a:ext uri="{FF2B5EF4-FFF2-40B4-BE49-F238E27FC236}">
                <a16:creationId xmlns:a16="http://schemas.microsoft.com/office/drawing/2014/main" id="{591E44AA-1A2E-45B6-9487-7AC70B01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4572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A5D2C9"/>
            </a:solidFill>
            <a:prstDash val="solid"/>
          </a:ln>
        </p:spPr>
      </p:sp>
      <p:sp>
        <p:nvSpPr>
          <p:cNvPr id="21" name="ledger-label-5">
            <a:extLst xmlns:a="http://schemas.openxmlformats.org/drawingml/2006/main">
              <a:ext uri="{FF2B5EF4-FFF2-40B4-BE49-F238E27FC236}">
                <a16:creationId xmlns:a16="http://schemas.microsoft.com/office/drawing/2014/main" id="{D17B8880-CFA2-4E17-959E-88BFC7B4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576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+ rebuild</a:t>
            </a:r>
          </a:p>
        </p:txBody>
      </p:sp>
      <p:sp>
        <p:nvSpPr>
          <p:cNvPr id="22" name="ledger-value-5">
            <a:extLst xmlns:a="http://schemas.openxmlformats.org/drawingml/2006/main">
              <a:ext uri="{FF2B5EF4-FFF2-40B4-BE49-F238E27FC236}">
                <a16:creationId xmlns:a16="http://schemas.microsoft.com/office/drawing/2014/main" id="{7AC960DD-7D64-4963-AD3A-C0FFE73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67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slides 9, 12</a:t>
            </a:r>
          </a:p>
        </p:txBody>
      </p:sp>
      <p:sp>
        <p:nvSpPr>
          <p:cNvPr id="23" name="ledger-6">
            <a:extLst xmlns:a="http://schemas.openxmlformats.org/drawingml/2006/main">
              <a:ext uri="{FF2B5EF4-FFF2-40B4-BE49-F238E27FC236}">
                <a16:creationId xmlns:a16="http://schemas.microsoft.com/office/drawing/2014/main" id="{42FBBB49-BC64-4702-BA5C-862223C0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4572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B7D7EA"/>
            </a:solidFill>
            <a:prstDash val="solid"/>
          </a:ln>
        </p:spPr>
      </p:sp>
      <p:sp>
        <p:nvSpPr>
          <p:cNvPr id="24" name="ledger-label-6">
            <a:extLst xmlns:a="http://schemas.openxmlformats.org/drawingml/2006/main">
              <a:ext uri="{FF2B5EF4-FFF2-40B4-BE49-F238E27FC236}">
                <a16:creationId xmlns:a16="http://schemas.microsoft.com/office/drawing/2014/main" id="{A04619D4-D79C-4885-9060-40A8C6CA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291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Poster frame</a:t>
            </a:r>
          </a:p>
        </p:txBody>
      </p:sp>
      <p:sp>
        <p:nvSpPr>
          <p:cNvPr id="25" name="ledger-value-6">
            <a:extLst xmlns:a="http://schemas.openxmlformats.org/drawingml/2006/main">
              <a:ext uri="{FF2B5EF4-FFF2-40B4-BE49-F238E27FC236}">
                <a16:creationId xmlns:a16="http://schemas.microsoft.com/office/drawing/2014/main" id="{C4844910-570E-40B1-BC20-3C536D06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38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slide 10</a:t>
            </a:r>
          </a:p>
        </p:txBody>
      </p:sp>
      <p:sp>
        <p:nvSpPr>
          <p:cNvPr id="26" name="ledger-7">
            <a:extLst xmlns:a="http://schemas.openxmlformats.org/drawingml/2006/main">
              <a:ext uri="{FF2B5EF4-FFF2-40B4-BE49-F238E27FC236}">
                <a16:creationId xmlns:a16="http://schemas.microsoft.com/office/drawing/2014/main" id="{779BC0CC-AABF-4D34-AF4C-C88A5F63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4572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A5D2C9"/>
            </a:solidFill>
            <a:prstDash val="solid"/>
          </a:ln>
        </p:spPr>
      </p:sp>
      <p:sp>
        <p:nvSpPr>
          <p:cNvPr id="27" name="ledger-label-7">
            <a:extLst xmlns:a="http://schemas.openxmlformats.org/drawingml/2006/main">
              <a:ext uri="{FF2B5EF4-FFF2-40B4-BE49-F238E27FC236}">
                <a16:creationId xmlns:a16="http://schemas.microsoft.com/office/drawing/2014/main" id="{BB733500-419E-4CC5-89A1-E30FC42F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Missing font</a:t>
            </a:r>
          </a:p>
        </p:txBody>
      </p:sp>
      <p:sp>
        <p:nvSpPr>
          <p:cNvPr id="28" name="ledger-value-7">
            <a:extLst xmlns:a="http://schemas.openxmlformats.org/drawingml/2006/main">
              <a:ext uri="{FF2B5EF4-FFF2-40B4-BE49-F238E27FC236}">
                <a16:creationId xmlns:a16="http://schemas.microsoft.com/office/drawing/2014/main" id="{8FC81625-B971-4A02-93D7-347AB0BA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38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9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98A"/>
                </a:solidFill>
                <a:latin typeface="Aptos"/>
                <a:ea typeface="Aptos"/>
                <a:cs typeface="Aptos"/>
              </a:rPr>
              <a:t>slide 11</a:t>
            </a:r>
          </a:p>
        </p:txBody>
      </p:sp>
    </p:spTree>
    <p:extLst>
      <p:ext uri="{BB962C8B-B14F-4D97-AF65-F5344CB8AC3E}">
        <p14:creationId xmlns:p14="http://schemas.microsoft.com/office/powerpoint/2010/main" val="3982438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inal-title">
            <a:extLst xmlns:a="http://schemas.openxmlformats.org/drawingml/2006/main">
              <a:ext uri="{FF2B5EF4-FFF2-40B4-BE49-F238E27FC236}">
                <a16:creationId xmlns:a16="http://schemas.microsoft.com/office/drawing/2014/main" id="{84EF43EF-D136-40EB-A907-BFFDA1E0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97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 slides complete</a:t>
            </a:r>
          </a:p>
        </p:txBody>
      </p:sp>
      <p:sp>
        <p:nvSpPr>
          <p:cNvPr id="2" name="final-body">
            <a:extLst xmlns:a="http://schemas.openxmlformats.org/drawingml/2006/main">
              <a:ext uri="{FF2B5EF4-FFF2-40B4-BE49-F238E27FC236}">
                <a16:creationId xmlns:a16="http://schemas.microsoft.com/office/drawing/2014/main" id="{FC1CE9D0-AA0D-404E-9AEE-0871B4F0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38500"/>
            <a:ext cx="771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9EA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AF4"/>
                </a:solidFill>
                <a:latin typeface="Aptos"/>
                <a:ea typeface="Aptos"/>
                <a:cs typeface="Aptos"/>
              </a:rPr>
              <a:t>Every slide is project-owned and intended for structural + visual torture testing before real-WPS Reviewer validation.</a:t>
            </a:r>
          </a:p>
        </p:txBody>
      </p:sp>
      <p:sp>
        <p:nvSpPr>
          <p:cNvPr id="3" name="final-marker">
            <a:extLst xmlns:a="http://schemas.openxmlformats.org/drawingml/2006/main">
              <a:ext uri="{FF2B5EF4-FFF2-40B4-BE49-F238E27FC236}">
                <a16:creationId xmlns:a16="http://schemas.microsoft.com/office/drawing/2014/main" id="{CF50701C-0527-401E-A401-CD202F96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C7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8C7E8"/>
                </a:solidFill>
                <a:latin typeface="Aptos"/>
                <a:ea typeface="Aptos"/>
                <a:cs typeface="Aptos"/>
              </a:rPr>
              <a:t>END OF FIXTURE</a:t>
            </a:r>
          </a:p>
        </p:txBody>
      </p:sp>
    </p:spTree>
    <p:extLst>
      <p:ext uri="{BB962C8B-B14F-4D97-AF65-F5344CB8AC3E}">
        <p14:creationId xmlns:p14="http://schemas.microsoft.com/office/powerpoint/2010/main" val="1982452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2026-08-30T06:05:32.9970000Z</dcterms:created>
  <dcterms:modified xsi:type="dcterms:W3CDTF">2026-08-30T06:05:32.9970000Z</dcterms:modified>
</coreProperties>
</file>